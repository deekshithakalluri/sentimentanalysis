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60" r:id="rId4"/>
    <p:sldId id="261" r:id="rId5"/>
    <p:sldId id="272" r:id="rId6"/>
    <p:sldId id="274" r:id="rId7"/>
    <p:sldId id="276" r:id="rId8"/>
    <p:sldId id="278" r:id="rId9"/>
    <p:sldId id="265" r:id="rId10"/>
    <p:sldId id="266" r:id="rId11"/>
    <p:sldId id="267" r:id="rId12"/>
    <p:sldId id="268" r:id="rId13"/>
    <p:sldId id="269"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77" d="100"/>
          <a:sy n="77" d="100"/>
        </p:scale>
        <p:origin x="912"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0FC1005-3C4C-4706-8FA8-DCB389547878}"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E31C556E-CCF8-496B-B7D7-402567EE0D66}">
      <dgm:prSet/>
      <dgm:spPr/>
      <dgm:t>
        <a:bodyPr/>
        <a:lstStyle/>
        <a:p>
          <a:pPr>
            <a:buNone/>
          </a:pPr>
          <a:r>
            <a:rPr lang="en-US" dirty="0"/>
            <a:t> </a:t>
          </a:r>
          <a:r>
            <a:rPr lang="en-US" b="1" dirty="0"/>
            <a:t>Classical models (LR, SVC)</a:t>
          </a:r>
          <a:r>
            <a:rPr lang="en-US" dirty="0"/>
            <a:t> are efficient and deliver solid results on limited data.</a:t>
          </a:r>
        </a:p>
      </dgm:t>
    </dgm:pt>
    <dgm:pt modelId="{B0A8B3B9-62F8-407B-B4DE-85DEF29139B0}" type="parTrans" cxnId="{B2DD95D4-1112-4DEB-871F-8652455EDE2B}">
      <dgm:prSet/>
      <dgm:spPr/>
      <dgm:t>
        <a:bodyPr/>
        <a:lstStyle/>
        <a:p>
          <a:endParaRPr lang="en-US"/>
        </a:p>
      </dgm:t>
    </dgm:pt>
    <dgm:pt modelId="{D8460C25-BB78-40B5-AF72-D2B0AA329A5F}" type="sibTrans" cxnId="{B2DD95D4-1112-4DEB-871F-8652455EDE2B}">
      <dgm:prSet/>
      <dgm:spPr/>
      <dgm:t>
        <a:bodyPr/>
        <a:lstStyle/>
        <a:p>
          <a:endParaRPr lang="en-US"/>
        </a:p>
      </dgm:t>
    </dgm:pt>
    <dgm:pt modelId="{F2AFE00B-2517-4968-90D5-206DA29837EF}">
      <dgm:prSet/>
      <dgm:spPr/>
      <dgm:t>
        <a:bodyPr/>
        <a:lstStyle/>
        <a:p>
          <a:pPr>
            <a:buNone/>
          </a:pPr>
          <a:r>
            <a:rPr lang="en-US" b="1" dirty="0"/>
            <a:t>LSTM from scratch</a:t>
          </a:r>
          <a:r>
            <a:rPr lang="en-US" dirty="0"/>
            <a:t> struggles without large datasets and careful tuning.</a:t>
          </a:r>
        </a:p>
      </dgm:t>
    </dgm:pt>
    <dgm:pt modelId="{431AE24D-91A9-4E5D-AAEE-F1F58A6DC8CF}" type="parTrans" cxnId="{27869DFA-2585-46C3-B304-575BAF0D6F23}">
      <dgm:prSet/>
      <dgm:spPr/>
      <dgm:t>
        <a:bodyPr/>
        <a:lstStyle/>
        <a:p>
          <a:endParaRPr lang="en-US"/>
        </a:p>
      </dgm:t>
    </dgm:pt>
    <dgm:pt modelId="{3CFF3B2B-C3EE-437C-B80D-619F7F4CE3AD}" type="sibTrans" cxnId="{27869DFA-2585-46C3-B304-575BAF0D6F23}">
      <dgm:prSet/>
      <dgm:spPr/>
      <dgm:t>
        <a:bodyPr/>
        <a:lstStyle/>
        <a:p>
          <a:endParaRPr lang="en-US"/>
        </a:p>
      </dgm:t>
    </dgm:pt>
    <dgm:pt modelId="{39C9BDB2-F46F-4FEA-AB93-18E4361F2BFA}">
      <dgm:prSet/>
      <dgm:spPr/>
      <dgm:t>
        <a:bodyPr/>
        <a:lstStyle/>
        <a:p>
          <a:pPr>
            <a:buNone/>
          </a:pPr>
          <a:r>
            <a:rPr lang="en-US" b="1" dirty="0"/>
            <a:t>BERT (Pretrained)</a:t>
          </a:r>
          <a:r>
            <a:rPr lang="en-US" dirty="0"/>
            <a:t> without fine-tuning leads to class imbalance and overconfidence.</a:t>
          </a:r>
        </a:p>
      </dgm:t>
    </dgm:pt>
    <dgm:pt modelId="{5397319E-1FD8-4BA2-B48E-E7EF362ED1E4}" type="parTrans" cxnId="{17E8D787-27C9-4ECF-9CDE-6B852FEE55AE}">
      <dgm:prSet/>
      <dgm:spPr/>
      <dgm:t>
        <a:bodyPr/>
        <a:lstStyle/>
        <a:p>
          <a:endParaRPr lang="en-US"/>
        </a:p>
      </dgm:t>
    </dgm:pt>
    <dgm:pt modelId="{FEA88170-AF0C-4424-8083-1A41FBA9CA9B}" type="sibTrans" cxnId="{17E8D787-27C9-4ECF-9CDE-6B852FEE55AE}">
      <dgm:prSet/>
      <dgm:spPr/>
      <dgm:t>
        <a:bodyPr/>
        <a:lstStyle/>
        <a:p>
          <a:endParaRPr lang="en-US"/>
        </a:p>
      </dgm:t>
    </dgm:pt>
    <dgm:pt modelId="{7BE46022-EC49-4CEB-AEF4-661C5A623025}">
      <dgm:prSet/>
      <dgm:spPr/>
      <dgm:t>
        <a:bodyPr/>
        <a:lstStyle/>
        <a:p>
          <a:pPr>
            <a:buNone/>
          </a:pPr>
          <a:r>
            <a:rPr lang="en-US" b="1" dirty="0"/>
            <a:t>Fine-tuned BERT</a:t>
          </a:r>
          <a:r>
            <a:rPr lang="en-US" dirty="0"/>
            <a:t> achieves best balance but at high computational cost.</a:t>
          </a:r>
        </a:p>
      </dgm:t>
    </dgm:pt>
    <dgm:pt modelId="{4833165E-425F-4956-9E7E-943B59245C43}" type="parTrans" cxnId="{5987C017-7956-453C-87DE-24010AF97D06}">
      <dgm:prSet/>
      <dgm:spPr/>
      <dgm:t>
        <a:bodyPr/>
        <a:lstStyle/>
        <a:p>
          <a:endParaRPr lang="en-US"/>
        </a:p>
      </dgm:t>
    </dgm:pt>
    <dgm:pt modelId="{8FEC2A17-B679-4740-ABE8-7C6096A7BA82}" type="sibTrans" cxnId="{5987C017-7956-453C-87DE-24010AF97D06}">
      <dgm:prSet/>
      <dgm:spPr/>
      <dgm:t>
        <a:bodyPr/>
        <a:lstStyle/>
        <a:p>
          <a:endParaRPr lang="en-US"/>
        </a:p>
      </dgm:t>
    </dgm:pt>
    <dgm:pt modelId="{E0A1BCD4-B2BA-4503-B86B-10B47C53B9D7}">
      <dgm:prSet/>
      <dgm:spPr/>
      <dgm:t>
        <a:bodyPr/>
        <a:lstStyle/>
        <a:p>
          <a:r>
            <a:rPr lang="en-US" b="1" dirty="0"/>
            <a:t>Model selection</a:t>
          </a:r>
          <a:r>
            <a:rPr lang="en-US" dirty="0"/>
            <a:t> depends on trade-offs between accuracy, training time, and complexity.</a:t>
          </a:r>
        </a:p>
      </dgm:t>
    </dgm:pt>
    <dgm:pt modelId="{84F98706-D4A2-4C5F-AE23-DD6481A79421}" type="parTrans" cxnId="{34138D5A-6EF1-44A7-BEDC-E0DA4A49F105}">
      <dgm:prSet/>
      <dgm:spPr/>
      <dgm:t>
        <a:bodyPr/>
        <a:lstStyle/>
        <a:p>
          <a:endParaRPr lang="en-US"/>
        </a:p>
      </dgm:t>
    </dgm:pt>
    <dgm:pt modelId="{AEF09773-31E7-42E5-B359-A1BAB752F06E}" type="sibTrans" cxnId="{34138D5A-6EF1-44A7-BEDC-E0DA4A49F105}">
      <dgm:prSet/>
      <dgm:spPr/>
      <dgm:t>
        <a:bodyPr/>
        <a:lstStyle/>
        <a:p>
          <a:endParaRPr lang="en-US"/>
        </a:p>
      </dgm:t>
    </dgm:pt>
    <dgm:pt modelId="{43E47B4D-7088-4BBA-9E86-D6E9CE80D127}">
      <dgm:prSet/>
      <dgm:spPr/>
      <dgm:t>
        <a:bodyPr/>
        <a:lstStyle/>
        <a:p>
          <a:r>
            <a:rPr lang="en-US" dirty="0"/>
            <a:t>Cross-validation (5-fold) confirmed that classical models like Logistic Regression generalize well even with smaller datasets.</a:t>
          </a:r>
        </a:p>
      </dgm:t>
    </dgm:pt>
    <dgm:pt modelId="{4C53FE73-6500-49B8-A16E-2D6C19D47F62}" type="parTrans" cxnId="{58BC271C-1B33-457C-82FF-17D4082823F3}">
      <dgm:prSet/>
      <dgm:spPr/>
      <dgm:t>
        <a:bodyPr/>
        <a:lstStyle/>
        <a:p>
          <a:endParaRPr lang="en-US"/>
        </a:p>
      </dgm:t>
    </dgm:pt>
    <dgm:pt modelId="{C5B4929B-013C-4694-85E4-5E7F078C3756}" type="sibTrans" cxnId="{58BC271C-1B33-457C-82FF-17D4082823F3}">
      <dgm:prSet/>
      <dgm:spPr/>
      <dgm:t>
        <a:bodyPr/>
        <a:lstStyle/>
        <a:p>
          <a:endParaRPr lang="en-US"/>
        </a:p>
      </dgm:t>
    </dgm:pt>
    <dgm:pt modelId="{BB29789A-166D-4741-AD55-B25C5AC4F25A}" type="pres">
      <dgm:prSet presAssocID="{C0FC1005-3C4C-4706-8FA8-DCB389547878}" presName="linear" presStyleCnt="0">
        <dgm:presLayoutVars>
          <dgm:animLvl val="lvl"/>
          <dgm:resizeHandles val="exact"/>
        </dgm:presLayoutVars>
      </dgm:prSet>
      <dgm:spPr/>
    </dgm:pt>
    <dgm:pt modelId="{87C7838B-1D1E-4513-B20D-570B22C9B51C}" type="pres">
      <dgm:prSet presAssocID="{E31C556E-CCF8-496B-B7D7-402567EE0D66}" presName="parentText" presStyleLbl="node1" presStyleIdx="0" presStyleCnt="6">
        <dgm:presLayoutVars>
          <dgm:chMax val="0"/>
          <dgm:bulletEnabled val="1"/>
        </dgm:presLayoutVars>
      </dgm:prSet>
      <dgm:spPr/>
    </dgm:pt>
    <dgm:pt modelId="{F10EF013-9B95-4E85-8C02-A3A57410C324}" type="pres">
      <dgm:prSet presAssocID="{D8460C25-BB78-40B5-AF72-D2B0AA329A5F}" presName="spacer" presStyleCnt="0"/>
      <dgm:spPr/>
    </dgm:pt>
    <dgm:pt modelId="{67C2A069-011A-4242-BCAF-6893ED145610}" type="pres">
      <dgm:prSet presAssocID="{F2AFE00B-2517-4968-90D5-206DA29837EF}" presName="parentText" presStyleLbl="node1" presStyleIdx="1" presStyleCnt="6">
        <dgm:presLayoutVars>
          <dgm:chMax val="0"/>
          <dgm:bulletEnabled val="1"/>
        </dgm:presLayoutVars>
      </dgm:prSet>
      <dgm:spPr/>
    </dgm:pt>
    <dgm:pt modelId="{AA5AA6A0-DCD5-4386-BB8B-5D7655FE1A82}" type="pres">
      <dgm:prSet presAssocID="{3CFF3B2B-C3EE-437C-B80D-619F7F4CE3AD}" presName="spacer" presStyleCnt="0"/>
      <dgm:spPr/>
    </dgm:pt>
    <dgm:pt modelId="{9BD01FB2-F94B-4D5D-85BF-369BA1176DC4}" type="pres">
      <dgm:prSet presAssocID="{39C9BDB2-F46F-4FEA-AB93-18E4361F2BFA}" presName="parentText" presStyleLbl="node1" presStyleIdx="2" presStyleCnt="6">
        <dgm:presLayoutVars>
          <dgm:chMax val="0"/>
          <dgm:bulletEnabled val="1"/>
        </dgm:presLayoutVars>
      </dgm:prSet>
      <dgm:spPr/>
    </dgm:pt>
    <dgm:pt modelId="{A137A2AB-8CAA-443D-AF4D-9681E11ABA11}" type="pres">
      <dgm:prSet presAssocID="{FEA88170-AF0C-4424-8083-1A41FBA9CA9B}" presName="spacer" presStyleCnt="0"/>
      <dgm:spPr/>
    </dgm:pt>
    <dgm:pt modelId="{7D1CC5B5-881F-47A4-B29C-70F40446B58A}" type="pres">
      <dgm:prSet presAssocID="{7BE46022-EC49-4CEB-AEF4-661C5A623025}" presName="parentText" presStyleLbl="node1" presStyleIdx="3" presStyleCnt="6">
        <dgm:presLayoutVars>
          <dgm:chMax val="0"/>
          <dgm:bulletEnabled val="1"/>
        </dgm:presLayoutVars>
      </dgm:prSet>
      <dgm:spPr/>
    </dgm:pt>
    <dgm:pt modelId="{0086B83B-8C44-43B8-BE85-E82DBC7B458B}" type="pres">
      <dgm:prSet presAssocID="{8FEC2A17-B679-4740-ABE8-7C6096A7BA82}" presName="spacer" presStyleCnt="0"/>
      <dgm:spPr/>
    </dgm:pt>
    <dgm:pt modelId="{FF1CDE72-A7EB-40C0-8476-94F6EDA4BB99}" type="pres">
      <dgm:prSet presAssocID="{E0A1BCD4-B2BA-4503-B86B-10B47C53B9D7}" presName="parentText" presStyleLbl="node1" presStyleIdx="4" presStyleCnt="6">
        <dgm:presLayoutVars>
          <dgm:chMax val="0"/>
          <dgm:bulletEnabled val="1"/>
        </dgm:presLayoutVars>
      </dgm:prSet>
      <dgm:spPr/>
    </dgm:pt>
    <dgm:pt modelId="{44C09DA6-E3C4-42BC-BBF7-25A9A9B5A7A6}" type="pres">
      <dgm:prSet presAssocID="{AEF09773-31E7-42E5-B359-A1BAB752F06E}" presName="spacer" presStyleCnt="0"/>
      <dgm:spPr/>
    </dgm:pt>
    <dgm:pt modelId="{7F9D1F91-FC87-417A-9541-9A7CD1914B23}" type="pres">
      <dgm:prSet presAssocID="{43E47B4D-7088-4BBA-9E86-D6E9CE80D127}" presName="parentText" presStyleLbl="node1" presStyleIdx="5" presStyleCnt="6">
        <dgm:presLayoutVars>
          <dgm:chMax val="0"/>
          <dgm:bulletEnabled val="1"/>
        </dgm:presLayoutVars>
      </dgm:prSet>
      <dgm:spPr/>
    </dgm:pt>
  </dgm:ptLst>
  <dgm:cxnLst>
    <dgm:cxn modelId="{E7B5F915-EC0D-42B8-8E58-5A1B26C908C3}" type="presOf" srcId="{F2AFE00B-2517-4968-90D5-206DA29837EF}" destId="{67C2A069-011A-4242-BCAF-6893ED145610}" srcOrd="0" destOrd="0" presId="urn:microsoft.com/office/officeart/2005/8/layout/vList2"/>
    <dgm:cxn modelId="{5987C017-7956-453C-87DE-24010AF97D06}" srcId="{C0FC1005-3C4C-4706-8FA8-DCB389547878}" destId="{7BE46022-EC49-4CEB-AEF4-661C5A623025}" srcOrd="3" destOrd="0" parTransId="{4833165E-425F-4956-9E7E-943B59245C43}" sibTransId="{8FEC2A17-B679-4740-ABE8-7C6096A7BA82}"/>
    <dgm:cxn modelId="{58BC271C-1B33-457C-82FF-17D4082823F3}" srcId="{C0FC1005-3C4C-4706-8FA8-DCB389547878}" destId="{43E47B4D-7088-4BBA-9E86-D6E9CE80D127}" srcOrd="5" destOrd="0" parTransId="{4C53FE73-6500-49B8-A16E-2D6C19D47F62}" sibTransId="{C5B4929B-013C-4694-85E4-5E7F078C3756}"/>
    <dgm:cxn modelId="{644E9921-4CF2-4088-8432-D67F6BF1A7B9}" type="presOf" srcId="{E0A1BCD4-B2BA-4503-B86B-10B47C53B9D7}" destId="{FF1CDE72-A7EB-40C0-8476-94F6EDA4BB99}" srcOrd="0" destOrd="0" presId="urn:microsoft.com/office/officeart/2005/8/layout/vList2"/>
    <dgm:cxn modelId="{0683625F-8B23-4CE9-9D84-3D49B0D8B23A}" type="presOf" srcId="{43E47B4D-7088-4BBA-9E86-D6E9CE80D127}" destId="{7F9D1F91-FC87-417A-9541-9A7CD1914B23}" srcOrd="0" destOrd="0" presId="urn:microsoft.com/office/officeart/2005/8/layout/vList2"/>
    <dgm:cxn modelId="{FD181068-0853-4DA1-A88D-A6415C81E073}" type="presOf" srcId="{E31C556E-CCF8-496B-B7D7-402567EE0D66}" destId="{87C7838B-1D1E-4513-B20D-570B22C9B51C}" srcOrd="0" destOrd="0" presId="urn:microsoft.com/office/officeart/2005/8/layout/vList2"/>
    <dgm:cxn modelId="{34138D5A-6EF1-44A7-BEDC-E0DA4A49F105}" srcId="{C0FC1005-3C4C-4706-8FA8-DCB389547878}" destId="{E0A1BCD4-B2BA-4503-B86B-10B47C53B9D7}" srcOrd="4" destOrd="0" parTransId="{84F98706-D4A2-4C5F-AE23-DD6481A79421}" sibTransId="{AEF09773-31E7-42E5-B359-A1BAB752F06E}"/>
    <dgm:cxn modelId="{17E8D787-27C9-4ECF-9CDE-6B852FEE55AE}" srcId="{C0FC1005-3C4C-4706-8FA8-DCB389547878}" destId="{39C9BDB2-F46F-4FEA-AB93-18E4361F2BFA}" srcOrd="2" destOrd="0" parTransId="{5397319E-1FD8-4BA2-B48E-E7EF362ED1E4}" sibTransId="{FEA88170-AF0C-4424-8083-1A41FBA9CA9B}"/>
    <dgm:cxn modelId="{99AA4E97-0BE4-4011-AE4E-7E3E15978992}" type="presOf" srcId="{39C9BDB2-F46F-4FEA-AB93-18E4361F2BFA}" destId="{9BD01FB2-F94B-4D5D-85BF-369BA1176DC4}" srcOrd="0" destOrd="0" presId="urn:microsoft.com/office/officeart/2005/8/layout/vList2"/>
    <dgm:cxn modelId="{920725C7-54D1-4E18-99F8-76A750DDBD6A}" type="presOf" srcId="{7BE46022-EC49-4CEB-AEF4-661C5A623025}" destId="{7D1CC5B5-881F-47A4-B29C-70F40446B58A}" srcOrd="0" destOrd="0" presId="urn:microsoft.com/office/officeart/2005/8/layout/vList2"/>
    <dgm:cxn modelId="{B2DD95D4-1112-4DEB-871F-8652455EDE2B}" srcId="{C0FC1005-3C4C-4706-8FA8-DCB389547878}" destId="{E31C556E-CCF8-496B-B7D7-402567EE0D66}" srcOrd="0" destOrd="0" parTransId="{B0A8B3B9-62F8-407B-B4DE-85DEF29139B0}" sibTransId="{D8460C25-BB78-40B5-AF72-D2B0AA329A5F}"/>
    <dgm:cxn modelId="{27869DFA-2585-46C3-B304-575BAF0D6F23}" srcId="{C0FC1005-3C4C-4706-8FA8-DCB389547878}" destId="{F2AFE00B-2517-4968-90D5-206DA29837EF}" srcOrd="1" destOrd="0" parTransId="{431AE24D-91A9-4E5D-AAEE-F1F58A6DC8CF}" sibTransId="{3CFF3B2B-C3EE-437C-B80D-619F7F4CE3AD}"/>
    <dgm:cxn modelId="{00505FFF-F494-401E-BB46-119D7D105578}" type="presOf" srcId="{C0FC1005-3C4C-4706-8FA8-DCB389547878}" destId="{BB29789A-166D-4741-AD55-B25C5AC4F25A}" srcOrd="0" destOrd="0" presId="urn:microsoft.com/office/officeart/2005/8/layout/vList2"/>
    <dgm:cxn modelId="{4329974C-BF3E-4BE1-BC70-F49AD9C0D2E1}" type="presParOf" srcId="{BB29789A-166D-4741-AD55-B25C5AC4F25A}" destId="{87C7838B-1D1E-4513-B20D-570B22C9B51C}" srcOrd="0" destOrd="0" presId="urn:microsoft.com/office/officeart/2005/8/layout/vList2"/>
    <dgm:cxn modelId="{A6154BBE-6B77-4E23-9147-93AC7677D5F6}" type="presParOf" srcId="{BB29789A-166D-4741-AD55-B25C5AC4F25A}" destId="{F10EF013-9B95-4E85-8C02-A3A57410C324}" srcOrd="1" destOrd="0" presId="urn:microsoft.com/office/officeart/2005/8/layout/vList2"/>
    <dgm:cxn modelId="{F19A5581-697F-4554-A0C1-7FB5C0F9C19B}" type="presParOf" srcId="{BB29789A-166D-4741-AD55-B25C5AC4F25A}" destId="{67C2A069-011A-4242-BCAF-6893ED145610}" srcOrd="2" destOrd="0" presId="urn:microsoft.com/office/officeart/2005/8/layout/vList2"/>
    <dgm:cxn modelId="{13E27E08-4B0F-4AB0-98BF-B7E7DA97094D}" type="presParOf" srcId="{BB29789A-166D-4741-AD55-B25C5AC4F25A}" destId="{AA5AA6A0-DCD5-4386-BB8B-5D7655FE1A82}" srcOrd="3" destOrd="0" presId="urn:microsoft.com/office/officeart/2005/8/layout/vList2"/>
    <dgm:cxn modelId="{C36B6FAE-EE89-4B56-A76D-00687174637D}" type="presParOf" srcId="{BB29789A-166D-4741-AD55-B25C5AC4F25A}" destId="{9BD01FB2-F94B-4D5D-85BF-369BA1176DC4}" srcOrd="4" destOrd="0" presId="urn:microsoft.com/office/officeart/2005/8/layout/vList2"/>
    <dgm:cxn modelId="{7C2819BB-F4E3-4E83-935C-AEC9CB6C1B8C}" type="presParOf" srcId="{BB29789A-166D-4741-AD55-B25C5AC4F25A}" destId="{A137A2AB-8CAA-443D-AF4D-9681E11ABA11}" srcOrd="5" destOrd="0" presId="urn:microsoft.com/office/officeart/2005/8/layout/vList2"/>
    <dgm:cxn modelId="{C403C670-F9CC-446C-8AE3-D04BC07FF757}" type="presParOf" srcId="{BB29789A-166D-4741-AD55-B25C5AC4F25A}" destId="{7D1CC5B5-881F-47A4-B29C-70F40446B58A}" srcOrd="6" destOrd="0" presId="urn:microsoft.com/office/officeart/2005/8/layout/vList2"/>
    <dgm:cxn modelId="{15E3914D-C0E9-4E9E-8EC7-4856B29ED865}" type="presParOf" srcId="{BB29789A-166D-4741-AD55-B25C5AC4F25A}" destId="{0086B83B-8C44-43B8-BE85-E82DBC7B458B}" srcOrd="7" destOrd="0" presId="urn:microsoft.com/office/officeart/2005/8/layout/vList2"/>
    <dgm:cxn modelId="{D0260162-500F-4348-B228-4B7206E62868}" type="presParOf" srcId="{BB29789A-166D-4741-AD55-B25C5AC4F25A}" destId="{FF1CDE72-A7EB-40C0-8476-94F6EDA4BB99}" srcOrd="8" destOrd="0" presId="urn:microsoft.com/office/officeart/2005/8/layout/vList2"/>
    <dgm:cxn modelId="{4F10DFAF-CDCD-4DBD-AB69-BD54C060FECE}" type="presParOf" srcId="{BB29789A-166D-4741-AD55-B25C5AC4F25A}" destId="{44C09DA6-E3C4-42BC-BBF7-25A9A9B5A7A6}" srcOrd="9" destOrd="0" presId="urn:microsoft.com/office/officeart/2005/8/layout/vList2"/>
    <dgm:cxn modelId="{DBFAC1E2-9B63-437B-B45C-1AAF6C393774}" type="presParOf" srcId="{BB29789A-166D-4741-AD55-B25C5AC4F25A}" destId="{7F9D1F91-FC87-417A-9541-9A7CD1914B23}" srcOrd="1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E9CB287-C9EC-469D-9A47-DDC1370D4056}"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716D1FE7-8851-4F33-9D98-7EA10362E0B7}">
      <dgm:prSet/>
      <dgm:spPr/>
      <dgm:t>
        <a:bodyPr/>
        <a:lstStyle/>
        <a:p>
          <a:r>
            <a:rPr lang="en-US"/>
            <a:t>List key sources (shortened format):</a:t>
          </a:r>
        </a:p>
      </dgm:t>
    </dgm:pt>
    <dgm:pt modelId="{24325CB6-CE9B-47DE-87CC-110FBC1BA134}" type="parTrans" cxnId="{9D062D55-ACEE-4901-BB4F-71F4390C4BF2}">
      <dgm:prSet/>
      <dgm:spPr/>
      <dgm:t>
        <a:bodyPr/>
        <a:lstStyle/>
        <a:p>
          <a:endParaRPr lang="en-US"/>
        </a:p>
      </dgm:t>
    </dgm:pt>
    <dgm:pt modelId="{A2625DB6-EF46-4F19-96BC-1EF3DBF7515F}" type="sibTrans" cxnId="{9D062D55-ACEE-4901-BB4F-71F4390C4BF2}">
      <dgm:prSet/>
      <dgm:spPr/>
      <dgm:t>
        <a:bodyPr/>
        <a:lstStyle/>
        <a:p>
          <a:endParaRPr lang="en-US"/>
        </a:p>
      </dgm:t>
    </dgm:pt>
    <dgm:pt modelId="{25C720DE-056A-4650-9755-3C7A4B6D06D9}">
      <dgm:prSet/>
      <dgm:spPr/>
      <dgm:t>
        <a:bodyPr/>
        <a:lstStyle/>
        <a:p>
          <a:r>
            <a:rPr lang="en-US"/>
            <a:t>IMDb Dataset (Kaggle, 2018)</a:t>
          </a:r>
        </a:p>
      </dgm:t>
    </dgm:pt>
    <dgm:pt modelId="{27B6EB59-F027-4B60-9CB9-C6B259837401}" type="parTrans" cxnId="{D04F2F6A-2D0B-4FCC-BAC1-418E7A5BC280}">
      <dgm:prSet/>
      <dgm:spPr/>
      <dgm:t>
        <a:bodyPr/>
        <a:lstStyle/>
        <a:p>
          <a:endParaRPr lang="en-US"/>
        </a:p>
      </dgm:t>
    </dgm:pt>
    <dgm:pt modelId="{862E5471-9E7B-4B40-8CE4-5D4B9B0536D6}" type="sibTrans" cxnId="{D04F2F6A-2D0B-4FCC-BAC1-418E7A5BC280}">
      <dgm:prSet/>
      <dgm:spPr/>
      <dgm:t>
        <a:bodyPr/>
        <a:lstStyle/>
        <a:p>
          <a:endParaRPr lang="en-US"/>
        </a:p>
      </dgm:t>
    </dgm:pt>
    <dgm:pt modelId="{B9476A41-1599-440D-8D2C-B56F1445D053}">
      <dgm:prSet/>
      <dgm:spPr/>
      <dgm:t>
        <a:bodyPr/>
        <a:lstStyle/>
        <a:p>
          <a:r>
            <a:rPr lang="en-US"/>
            <a:t>Devlin et al., BERT (2019)</a:t>
          </a:r>
        </a:p>
      </dgm:t>
    </dgm:pt>
    <dgm:pt modelId="{0C54BD93-46C5-44D0-AC7A-E0E4D7AED4E7}" type="parTrans" cxnId="{C39DCBC9-F8DA-4D62-A9B3-C2648C77E6BA}">
      <dgm:prSet/>
      <dgm:spPr/>
      <dgm:t>
        <a:bodyPr/>
        <a:lstStyle/>
        <a:p>
          <a:endParaRPr lang="en-US"/>
        </a:p>
      </dgm:t>
    </dgm:pt>
    <dgm:pt modelId="{780F7CB4-8957-4B39-872C-9050F4868C49}" type="sibTrans" cxnId="{C39DCBC9-F8DA-4D62-A9B3-C2648C77E6BA}">
      <dgm:prSet/>
      <dgm:spPr/>
      <dgm:t>
        <a:bodyPr/>
        <a:lstStyle/>
        <a:p>
          <a:endParaRPr lang="en-US"/>
        </a:p>
      </dgm:t>
    </dgm:pt>
    <dgm:pt modelId="{CBE4666B-7CB0-454F-BCE5-5F1F38873D01}">
      <dgm:prSet/>
      <dgm:spPr/>
      <dgm:t>
        <a:bodyPr/>
        <a:lstStyle/>
        <a:p>
          <a:r>
            <a:rPr lang="en-US"/>
            <a:t>Ramos, TF-IDF (2003)</a:t>
          </a:r>
        </a:p>
      </dgm:t>
    </dgm:pt>
    <dgm:pt modelId="{4746A910-87A6-4465-8BCF-4269B6D87D6E}" type="parTrans" cxnId="{08145E29-1641-4DFD-AABC-C2D146C26A9D}">
      <dgm:prSet/>
      <dgm:spPr/>
      <dgm:t>
        <a:bodyPr/>
        <a:lstStyle/>
        <a:p>
          <a:endParaRPr lang="en-US"/>
        </a:p>
      </dgm:t>
    </dgm:pt>
    <dgm:pt modelId="{A23FBF9C-2233-4576-A1E5-FC60DB46F635}" type="sibTrans" cxnId="{08145E29-1641-4DFD-AABC-C2D146C26A9D}">
      <dgm:prSet/>
      <dgm:spPr/>
      <dgm:t>
        <a:bodyPr/>
        <a:lstStyle/>
        <a:p>
          <a:endParaRPr lang="en-US"/>
        </a:p>
      </dgm:t>
    </dgm:pt>
    <dgm:pt modelId="{6518D37E-31C7-4EE1-86B4-D85DB8E8AF57}">
      <dgm:prSet/>
      <dgm:spPr/>
      <dgm:t>
        <a:bodyPr/>
        <a:lstStyle/>
        <a:p>
          <a:r>
            <a:rPr lang="en-US"/>
            <a:t>Scikit-learn, Hugging Face, Keras, TensorFlow</a:t>
          </a:r>
        </a:p>
      </dgm:t>
    </dgm:pt>
    <dgm:pt modelId="{B0835A2B-286A-41FF-B9A2-613E06F93789}" type="parTrans" cxnId="{EE81DCF2-4B15-416C-9309-F38FB3514D53}">
      <dgm:prSet/>
      <dgm:spPr/>
      <dgm:t>
        <a:bodyPr/>
        <a:lstStyle/>
        <a:p>
          <a:endParaRPr lang="en-US"/>
        </a:p>
      </dgm:t>
    </dgm:pt>
    <dgm:pt modelId="{8B6F736C-896B-4E59-A39F-DE81D45D8EF1}" type="sibTrans" cxnId="{EE81DCF2-4B15-416C-9309-F38FB3514D53}">
      <dgm:prSet/>
      <dgm:spPr/>
      <dgm:t>
        <a:bodyPr/>
        <a:lstStyle/>
        <a:p>
          <a:endParaRPr lang="en-US"/>
        </a:p>
      </dgm:t>
    </dgm:pt>
    <dgm:pt modelId="{BD83E993-51D9-489F-B66F-F37D22E6E17E}" type="pres">
      <dgm:prSet presAssocID="{EE9CB287-C9EC-469D-9A47-DDC1370D4056}" presName="vert0" presStyleCnt="0">
        <dgm:presLayoutVars>
          <dgm:dir/>
          <dgm:animOne val="branch"/>
          <dgm:animLvl val="lvl"/>
        </dgm:presLayoutVars>
      </dgm:prSet>
      <dgm:spPr/>
    </dgm:pt>
    <dgm:pt modelId="{CBEBB0ED-BE87-4122-845E-282C8BC2549B}" type="pres">
      <dgm:prSet presAssocID="{716D1FE7-8851-4F33-9D98-7EA10362E0B7}" presName="thickLine" presStyleLbl="alignNode1" presStyleIdx="0" presStyleCnt="5"/>
      <dgm:spPr/>
    </dgm:pt>
    <dgm:pt modelId="{14299323-F69C-4578-BD8E-FEC1812B2264}" type="pres">
      <dgm:prSet presAssocID="{716D1FE7-8851-4F33-9D98-7EA10362E0B7}" presName="horz1" presStyleCnt="0"/>
      <dgm:spPr/>
    </dgm:pt>
    <dgm:pt modelId="{557587BA-9E25-42CF-B611-D46300DE8D60}" type="pres">
      <dgm:prSet presAssocID="{716D1FE7-8851-4F33-9D98-7EA10362E0B7}" presName="tx1" presStyleLbl="revTx" presStyleIdx="0" presStyleCnt="5"/>
      <dgm:spPr/>
    </dgm:pt>
    <dgm:pt modelId="{2B5F5D8D-089D-40D4-95E9-EC458490423C}" type="pres">
      <dgm:prSet presAssocID="{716D1FE7-8851-4F33-9D98-7EA10362E0B7}" presName="vert1" presStyleCnt="0"/>
      <dgm:spPr/>
    </dgm:pt>
    <dgm:pt modelId="{D8AF3081-6283-4386-97D2-79CD77DAAE49}" type="pres">
      <dgm:prSet presAssocID="{25C720DE-056A-4650-9755-3C7A4B6D06D9}" presName="thickLine" presStyleLbl="alignNode1" presStyleIdx="1" presStyleCnt="5"/>
      <dgm:spPr/>
    </dgm:pt>
    <dgm:pt modelId="{8DA4538B-8D86-4684-8DC5-EDA543C4F314}" type="pres">
      <dgm:prSet presAssocID="{25C720DE-056A-4650-9755-3C7A4B6D06D9}" presName="horz1" presStyleCnt="0"/>
      <dgm:spPr/>
    </dgm:pt>
    <dgm:pt modelId="{7C136C46-1DA2-4653-B2EB-AA70743F6084}" type="pres">
      <dgm:prSet presAssocID="{25C720DE-056A-4650-9755-3C7A4B6D06D9}" presName="tx1" presStyleLbl="revTx" presStyleIdx="1" presStyleCnt="5"/>
      <dgm:spPr/>
    </dgm:pt>
    <dgm:pt modelId="{51F309BF-14D7-421F-910A-FF5102FFBAE1}" type="pres">
      <dgm:prSet presAssocID="{25C720DE-056A-4650-9755-3C7A4B6D06D9}" presName="vert1" presStyleCnt="0"/>
      <dgm:spPr/>
    </dgm:pt>
    <dgm:pt modelId="{6C695807-4B89-4C11-8D52-D7C8806B13DA}" type="pres">
      <dgm:prSet presAssocID="{B9476A41-1599-440D-8D2C-B56F1445D053}" presName="thickLine" presStyleLbl="alignNode1" presStyleIdx="2" presStyleCnt="5"/>
      <dgm:spPr/>
    </dgm:pt>
    <dgm:pt modelId="{94CE940C-3D04-4D0D-B6AB-A5A54B22075A}" type="pres">
      <dgm:prSet presAssocID="{B9476A41-1599-440D-8D2C-B56F1445D053}" presName="horz1" presStyleCnt="0"/>
      <dgm:spPr/>
    </dgm:pt>
    <dgm:pt modelId="{4613711F-39C9-456E-854C-FE2A99824D94}" type="pres">
      <dgm:prSet presAssocID="{B9476A41-1599-440D-8D2C-B56F1445D053}" presName="tx1" presStyleLbl="revTx" presStyleIdx="2" presStyleCnt="5"/>
      <dgm:spPr/>
    </dgm:pt>
    <dgm:pt modelId="{A4038CEA-0918-4455-9BA4-CB688C8B8057}" type="pres">
      <dgm:prSet presAssocID="{B9476A41-1599-440D-8D2C-B56F1445D053}" presName="vert1" presStyleCnt="0"/>
      <dgm:spPr/>
    </dgm:pt>
    <dgm:pt modelId="{EB8A6F40-AF13-48EC-97D5-96718DBF5997}" type="pres">
      <dgm:prSet presAssocID="{CBE4666B-7CB0-454F-BCE5-5F1F38873D01}" presName="thickLine" presStyleLbl="alignNode1" presStyleIdx="3" presStyleCnt="5"/>
      <dgm:spPr/>
    </dgm:pt>
    <dgm:pt modelId="{2D64E681-3BCA-4E03-A1F9-859DF76D8D5D}" type="pres">
      <dgm:prSet presAssocID="{CBE4666B-7CB0-454F-BCE5-5F1F38873D01}" presName="horz1" presStyleCnt="0"/>
      <dgm:spPr/>
    </dgm:pt>
    <dgm:pt modelId="{FA6404FB-3ED3-4F80-BC2D-560D5FBDE89B}" type="pres">
      <dgm:prSet presAssocID="{CBE4666B-7CB0-454F-BCE5-5F1F38873D01}" presName="tx1" presStyleLbl="revTx" presStyleIdx="3" presStyleCnt="5"/>
      <dgm:spPr/>
    </dgm:pt>
    <dgm:pt modelId="{EF83AA26-C9AA-4EBE-9EAF-286EE85B2ABF}" type="pres">
      <dgm:prSet presAssocID="{CBE4666B-7CB0-454F-BCE5-5F1F38873D01}" presName="vert1" presStyleCnt="0"/>
      <dgm:spPr/>
    </dgm:pt>
    <dgm:pt modelId="{746760FB-6C41-4750-857E-DB38CAB2C2AF}" type="pres">
      <dgm:prSet presAssocID="{6518D37E-31C7-4EE1-86B4-D85DB8E8AF57}" presName="thickLine" presStyleLbl="alignNode1" presStyleIdx="4" presStyleCnt="5"/>
      <dgm:spPr/>
    </dgm:pt>
    <dgm:pt modelId="{4FBDA2EE-2801-4A9F-88CF-58C5365621EA}" type="pres">
      <dgm:prSet presAssocID="{6518D37E-31C7-4EE1-86B4-D85DB8E8AF57}" presName="horz1" presStyleCnt="0"/>
      <dgm:spPr/>
    </dgm:pt>
    <dgm:pt modelId="{97355C35-D98F-4B1E-A7A5-F23FCFBCD0C2}" type="pres">
      <dgm:prSet presAssocID="{6518D37E-31C7-4EE1-86B4-D85DB8E8AF57}" presName="tx1" presStyleLbl="revTx" presStyleIdx="4" presStyleCnt="5"/>
      <dgm:spPr/>
    </dgm:pt>
    <dgm:pt modelId="{C8388CA4-1991-4706-BC60-A4A8D878B0C9}" type="pres">
      <dgm:prSet presAssocID="{6518D37E-31C7-4EE1-86B4-D85DB8E8AF57}" presName="vert1" presStyleCnt="0"/>
      <dgm:spPr/>
    </dgm:pt>
  </dgm:ptLst>
  <dgm:cxnLst>
    <dgm:cxn modelId="{08145E29-1641-4DFD-AABC-C2D146C26A9D}" srcId="{EE9CB287-C9EC-469D-9A47-DDC1370D4056}" destId="{CBE4666B-7CB0-454F-BCE5-5F1F38873D01}" srcOrd="3" destOrd="0" parTransId="{4746A910-87A6-4465-8BCF-4269B6D87D6E}" sibTransId="{A23FBF9C-2233-4576-A1E5-FC60DB46F635}"/>
    <dgm:cxn modelId="{07618832-96DC-463B-B116-5658202E5D63}" type="presOf" srcId="{CBE4666B-7CB0-454F-BCE5-5F1F38873D01}" destId="{FA6404FB-3ED3-4F80-BC2D-560D5FBDE89B}" srcOrd="0" destOrd="0" presId="urn:microsoft.com/office/officeart/2008/layout/LinedList"/>
    <dgm:cxn modelId="{111DDD35-8694-4086-A001-56815EAA9CF9}" type="presOf" srcId="{B9476A41-1599-440D-8D2C-B56F1445D053}" destId="{4613711F-39C9-456E-854C-FE2A99824D94}" srcOrd="0" destOrd="0" presId="urn:microsoft.com/office/officeart/2008/layout/LinedList"/>
    <dgm:cxn modelId="{D04F2F6A-2D0B-4FCC-BAC1-418E7A5BC280}" srcId="{EE9CB287-C9EC-469D-9A47-DDC1370D4056}" destId="{25C720DE-056A-4650-9755-3C7A4B6D06D9}" srcOrd="1" destOrd="0" parTransId="{27B6EB59-F027-4B60-9CB9-C6B259837401}" sibTransId="{862E5471-9E7B-4B40-8CE4-5D4B9B0536D6}"/>
    <dgm:cxn modelId="{9D062D55-ACEE-4901-BB4F-71F4390C4BF2}" srcId="{EE9CB287-C9EC-469D-9A47-DDC1370D4056}" destId="{716D1FE7-8851-4F33-9D98-7EA10362E0B7}" srcOrd="0" destOrd="0" parTransId="{24325CB6-CE9B-47DE-87CC-110FBC1BA134}" sibTransId="{A2625DB6-EF46-4F19-96BC-1EF3DBF7515F}"/>
    <dgm:cxn modelId="{EE5E4758-7166-4848-B60E-83F1E48A0CEF}" type="presOf" srcId="{EE9CB287-C9EC-469D-9A47-DDC1370D4056}" destId="{BD83E993-51D9-489F-B66F-F37D22E6E17E}" srcOrd="0" destOrd="0" presId="urn:microsoft.com/office/officeart/2008/layout/LinedList"/>
    <dgm:cxn modelId="{39B240C6-9320-40E9-848F-6F22971FF874}" type="presOf" srcId="{6518D37E-31C7-4EE1-86B4-D85DB8E8AF57}" destId="{97355C35-D98F-4B1E-A7A5-F23FCFBCD0C2}" srcOrd="0" destOrd="0" presId="urn:microsoft.com/office/officeart/2008/layout/LinedList"/>
    <dgm:cxn modelId="{C39DCBC9-F8DA-4D62-A9B3-C2648C77E6BA}" srcId="{EE9CB287-C9EC-469D-9A47-DDC1370D4056}" destId="{B9476A41-1599-440D-8D2C-B56F1445D053}" srcOrd="2" destOrd="0" parTransId="{0C54BD93-46C5-44D0-AC7A-E0E4D7AED4E7}" sibTransId="{780F7CB4-8957-4B39-872C-9050F4868C49}"/>
    <dgm:cxn modelId="{14AE8DD8-9025-44EB-906F-4528EA55202A}" type="presOf" srcId="{716D1FE7-8851-4F33-9D98-7EA10362E0B7}" destId="{557587BA-9E25-42CF-B611-D46300DE8D60}" srcOrd="0" destOrd="0" presId="urn:microsoft.com/office/officeart/2008/layout/LinedList"/>
    <dgm:cxn modelId="{EE81DCF2-4B15-416C-9309-F38FB3514D53}" srcId="{EE9CB287-C9EC-469D-9A47-DDC1370D4056}" destId="{6518D37E-31C7-4EE1-86B4-D85DB8E8AF57}" srcOrd="4" destOrd="0" parTransId="{B0835A2B-286A-41FF-B9A2-613E06F93789}" sibTransId="{8B6F736C-896B-4E59-A39F-DE81D45D8EF1}"/>
    <dgm:cxn modelId="{261FD2FA-B697-41F1-AEA5-AE38775EC4E5}" type="presOf" srcId="{25C720DE-056A-4650-9755-3C7A4B6D06D9}" destId="{7C136C46-1DA2-4653-B2EB-AA70743F6084}" srcOrd="0" destOrd="0" presId="urn:microsoft.com/office/officeart/2008/layout/LinedList"/>
    <dgm:cxn modelId="{2B0F7D42-B6C9-456D-89DD-FFBB2FCDFAF0}" type="presParOf" srcId="{BD83E993-51D9-489F-B66F-F37D22E6E17E}" destId="{CBEBB0ED-BE87-4122-845E-282C8BC2549B}" srcOrd="0" destOrd="0" presId="urn:microsoft.com/office/officeart/2008/layout/LinedList"/>
    <dgm:cxn modelId="{D262DD57-7F63-4917-AC0B-33FAE65647F3}" type="presParOf" srcId="{BD83E993-51D9-489F-B66F-F37D22E6E17E}" destId="{14299323-F69C-4578-BD8E-FEC1812B2264}" srcOrd="1" destOrd="0" presId="urn:microsoft.com/office/officeart/2008/layout/LinedList"/>
    <dgm:cxn modelId="{1DD04595-CD64-4A6D-BF45-469822AC4E56}" type="presParOf" srcId="{14299323-F69C-4578-BD8E-FEC1812B2264}" destId="{557587BA-9E25-42CF-B611-D46300DE8D60}" srcOrd="0" destOrd="0" presId="urn:microsoft.com/office/officeart/2008/layout/LinedList"/>
    <dgm:cxn modelId="{C065B879-938A-4D20-90E9-6207FD335380}" type="presParOf" srcId="{14299323-F69C-4578-BD8E-FEC1812B2264}" destId="{2B5F5D8D-089D-40D4-95E9-EC458490423C}" srcOrd="1" destOrd="0" presId="urn:microsoft.com/office/officeart/2008/layout/LinedList"/>
    <dgm:cxn modelId="{52C77C97-FBFC-42AC-8615-8A4CE962753C}" type="presParOf" srcId="{BD83E993-51D9-489F-B66F-F37D22E6E17E}" destId="{D8AF3081-6283-4386-97D2-79CD77DAAE49}" srcOrd="2" destOrd="0" presId="urn:microsoft.com/office/officeart/2008/layout/LinedList"/>
    <dgm:cxn modelId="{BB12447C-8003-42C6-82F3-3B8E90856692}" type="presParOf" srcId="{BD83E993-51D9-489F-B66F-F37D22E6E17E}" destId="{8DA4538B-8D86-4684-8DC5-EDA543C4F314}" srcOrd="3" destOrd="0" presId="urn:microsoft.com/office/officeart/2008/layout/LinedList"/>
    <dgm:cxn modelId="{CB1DEA3F-8F4C-4177-B326-A1D3E88FECCB}" type="presParOf" srcId="{8DA4538B-8D86-4684-8DC5-EDA543C4F314}" destId="{7C136C46-1DA2-4653-B2EB-AA70743F6084}" srcOrd="0" destOrd="0" presId="urn:microsoft.com/office/officeart/2008/layout/LinedList"/>
    <dgm:cxn modelId="{E5665DF9-6D06-4E6F-A3A8-B999EF7D4844}" type="presParOf" srcId="{8DA4538B-8D86-4684-8DC5-EDA543C4F314}" destId="{51F309BF-14D7-421F-910A-FF5102FFBAE1}" srcOrd="1" destOrd="0" presId="urn:microsoft.com/office/officeart/2008/layout/LinedList"/>
    <dgm:cxn modelId="{0093BADD-7BA2-4305-85C8-D3EA7CE3DA79}" type="presParOf" srcId="{BD83E993-51D9-489F-B66F-F37D22E6E17E}" destId="{6C695807-4B89-4C11-8D52-D7C8806B13DA}" srcOrd="4" destOrd="0" presId="urn:microsoft.com/office/officeart/2008/layout/LinedList"/>
    <dgm:cxn modelId="{B48E5871-324D-4236-8670-2EBF2E83FF99}" type="presParOf" srcId="{BD83E993-51D9-489F-B66F-F37D22E6E17E}" destId="{94CE940C-3D04-4D0D-B6AB-A5A54B22075A}" srcOrd="5" destOrd="0" presId="urn:microsoft.com/office/officeart/2008/layout/LinedList"/>
    <dgm:cxn modelId="{CC77B647-618E-42AA-9D34-E80818D0EE61}" type="presParOf" srcId="{94CE940C-3D04-4D0D-B6AB-A5A54B22075A}" destId="{4613711F-39C9-456E-854C-FE2A99824D94}" srcOrd="0" destOrd="0" presId="urn:microsoft.com/office/officeart/2008/layout/LinedList"/>
    <dgm:cxn modelId="{87A31311-4872-4D9A-BD7C-CEDBB78B2E1E}" type="presParOf" srcId="{94CE940C-3D04-4D0D-B6AB-A5A54B22075A}" destId="{A4038CEA-0918-4455-9BA4-CB688C8B8057}" srcOrd="1" destOrd="0" presId="urn:microsoft.com/office/officeart/2008/layout/LinedList"/>
    <dgm:cxn modelId="{0C803660-B37B-402F-ACDC-3A7E2B74C291}" type="presParOf" srcId="{BD83E993-51D9-489F-B66F-F37D22E6E17E}" destId="{EB8A6F40-AF13-48EC-97D5-96718DBF5997}" srcOrd="6" destOrd="0" presId="urn:microsoft.com/office/officeart/2008/layout/LinedList"/>
    <dgm:cxn modelId="{5FD888AD-6A2E-42C6-8120-D0EB76ECFDF4}" type="presParOf" srcId="{BD83E993-51D9-489F-B66F-F37D22E6E17E}" destId="{2D64E681-3BCA-4E03-A1F9-859DF76D8D5D}" srcOrd="7" destOrd="0" presId="urn:microsoft.com/office/officeart/2008/layout/LinedList"/>
    <dgm:cxn modelId="{36985219-EC32-4A0B-92B4-2567242432C3}" type="presParOf" srcId="{2D64E681-3BCA-4E03-A1F9-859DF76D8D5D}" destId="{FA6404FB-3ED3-4F80-BC2D-560D5FBDE89B}" srcOrd="0" destOrd="0" presId="urn:microsoft.com/office/officeart/2008/layout/LinedList"/>
    <dgm:cxn modelId="{7940E99C-3EB7-4314-A00D-AFF92DDAF42E}" type="presParOf" srcId="{2D64E681-3BCA-4E03-A1F9-859DF76D8D5D}" destId="{EF83AA26-C9AA-4EBE-9EAF-286EE85B2ABF}" srcOrd="1" destOrd="0" presId="urn:microsoft.com/office/officeart/2008/layout/LinedList"/>
    <dgm:cxn modelId="{77A96CC9-38D8-4F69-95EE-C5E0AA4A1898}" type="presParOf" srcId="{BD83E993-51D9-489F-B66F-F37D22E6E17E}" destId="{746760FB-6C41-4750-857E-DB38CAB2C2AF}" srcOrd="8" destOrd="0" presId="urn:microsoft.com/office/officeart/2008/layout/LinedList"/>
    <dgm:cxn modelId="{374A55F6-8267-4382-ADE2-E0E745D83A19}" type="presParOf" srcId="{BD83E993-51D9-489F-B66F-F37D22E6E17E}" destId="{4FBDA2EE-2801-4A9F-88CF-58C5365621EA}" srcOrd="9" destOrd="0" presId="urn:microsoft.com/office/officeart/2008/layout/LinedList"/>
    <dgm:cxn modelId="{3FF8D8DB-E195-4B6E-9A18-F4A357C9A82F}" type="presParOf" srcId="{4FBDA2EE-2801-4A9F-88CF-58C5365621EA}" destId="{97355C35-D98F-4B1E-A7A5-F23FCFBCD0C2}" srcOrd="0" destOrd="0" presId="urn:microsoft.com/office/officeart/2008/layout/LinedList"/>
    <dgm:cxn modelId="{B4AD85D4-E758-40F0-B6C6-F1BEDFA973AB}" type="presParOf" srcId="{4FBDA2EE-2801-4A9F-88CF-58C5365621EA}" destId="{C8388CA4-1991-4706-BC60-A4A8D878B0C9}"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C7838B-1D1E-4513-B20D-570B22C9B51C}">
      <dsp:nvSpPr>
        <dsp:cNvPr id="0" name=""/>
        <dsp:cNvSpPr/>
      </dsp:nvSpPr>
      <dsp:spPr>
        <a:xfrm>
          <a:off x="0" y="449240"/>
          <a:ext cx="6666833" cy="71604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 </a:t>
          </a:r>
          <a:r>
            <a:rPr lang="en-US" sz="1800" b="1" kern="1200" dirty="0"/>
            <a:t>Classical models (LR, SVC)</a:t>
          </a:r>
          <a:r>
            <a:rPr lang="en-US" sz="1800" kern="1200" dirty="0"/>
            <a:t> are efficient and deliver solid results on limited data.</a:t>
          </a:r>
        </a:p>
      </dsp:txBody>
      <dsp:txXfrm>
        <a:off x="34954" y="484194"/>
        <a:ext cx="6596925" cy="646132"/>
      </dsp:txXfrm>
    </dsp:sp>
    <dsp:sp modelId="{67C2A069-011A-4242-BCAF-6893ED145610}">
      <dsp:nvSpPr>
        <dsp:cNvPr id="0" name=""/>
        <dsp:cNvSpPr/>
      </dsp:nvSpPr>
      <dsp:spPr>
        <a:xfrm>
          <a:off x="0" y="1217120"/>
          <a:ext cx="6666833" cy="716040"/>
        </a:xfrm>
        <a:prstGeom prst="roundRect">
          <a:avLst/>
        </a:prstGeom>
        <a:gradFill rotWithShape="0">
          <a:gsLst>
            <a:gs pos="0">
              <a:schemeClr val="accent2">
                <a:hueOff val="1288723"/>
                <a:satOff val="-3699"/>
                <a:lumOff val="-5922"/>
                <a:alphaOff val="0"/>
                <a:satMod val="103000"/>
                <a:lumMod val="102000"/>
                <a:tint val="94000"/>
              </a:schemeClr>
            </a:gs>
            <a:gs pos="50000">
              <a:schemeClr val="accent2">
                <a:hueOff val="1288723"/>
                <a:satOff val="-3699"/>
                <a:lumOff val="-5922"/>
                <a:alphaOff val="0"/>
                <a:satMod val="110000"/>
                <a:lumMod val="100000"/>
                <a:shade val="100000"/>
              </a:schemeClr>
            </a:gs>
            <a:gs pos="100000">
              <a:schemeClr val="accent2">
                <a:hueOff val="1288723"/>
                <a:satOff val="-3699"/>
                <a:lumOff val="-5922"/>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LSTM from scratch</a:t>
          </a:r>
          <a:r>
            <a:rPr lang="en-US" sz="1800" kern="1200" dirty="0"/>
            <a:t> struggles without large datasets and careful tuning.</a:t>
          </a:r>
        </a:p>
      </dsp:txBody>
      <dsp:txXfrm>
        <a:off x="34954" y="1252074"/>
        <a:ext cx="6596925" cy="646132"/>
      </dsp:txXfrm>
    </dsp:sp>
    <dsp:sp modelId="{9BD01FB2-F94B-4D5D-85BF-369BA1176DC4}">
      <dsp:nvSpPr>
        <dsp:cNvPr id="0" name=""/>
        <dsp:cNvSpPr/>
      </dsp:nvSpPr>
      <dsp:spPr>
        <a:xfrm>
          <a:off x="0" y="1985000"/>
          <a:ext cx="6666833" cy="716040"/>
        </a:xfrm>
        <a:prstGeom prst="roundRect">
          <a:avLst/>
        </a:prstGeom>
        <a:gradFill rotWithShape="0">
          <a:gsLst>
            <a:gs pos="0">
              <a:schemeClr val="accent2">
                <a:hueOff val="2577445"/>
                <a:satOff val="-7397"/>
                <a:lumOff val="-11844"/>
                <a:alphaOff val="0"/>
                <a:satMod val="103000"/>
                <a:lumMod val="102000"/>
                <a:tint val="94000"/>
              </a:schemeClr>
            </a:gs>
            <a:gs pos="50000">
              <a:schemeClr val="accent2">
                <a:hueOff val="2577445"/>
                <a:satOff val="-7397"/>
                <a:lumOff val="-11844"/>
                <a:alphaOff val="0"/>
                <a:satMod val="110000"/>
                <a:lumMod val="100000"/>
                <a:shade val="100000"/>
              </a:schemeClr>
            </a:gs>
            <a:gs pos="100000">
              <a:schemeClr val="accent2">
                <a:hueOff val="2577445"/>
                <a:satOff val="-7397"/>
                <a:lumOff val="-1184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BERT (Pretrained)</a:t>
          </a:r>
          <a:r>
            <a:rPr lang="en-US" sz="1800" kern="1200" dirty="0"/>
            <a:t> without fine-tuning leads to class imbalance and overconfidence.</a:t>
          </a:r>
        </a:p>
      </dsp:txBody>
      <dsp:txXfrm>
        <a:off x="34954" y="2019954"/>
        <a:ext cx="6596925" cy="646132"/>
      </dsp:txXfrm>
    </dsp:sp>
    <dsp:sp modelId="{7D1CC5B5-881F-47A4-B29C-70F40446B58A}">
      <dsp:nvSpPr>
        <dsp:cNvPr id="0" name=""/>
        <dsp:cNvSpPr/>
      </dsp:nvSpPr>
      <dsp:spPr>
        <a:xfrm>
          <a:off x="0" y="2752880"/>
          <a:ext cx="6666833" cy="716040"/>
        </a:xfrm>
        <a:prstGeom prst="roundRect">
          <a:avLst/>
        </a:prstGeom>
        <a:gradFill rotWithShape="0">
          <a:gsLst>
            <a:gs pos="0">
              <a:schemeClr val="accent2">
                <a:hueOff val="3866169"/>
                <a:satOff val="-11096"/>
                <a:lumOff val="-17765"/>
                <a:alphaOff val="0"/>
                <a:satMod val="103000"/>
                <a:lumMod val="102000"/>
                <a:tint val="94000"/>
              </a:schemeClr>
            </a:gs>
            <a:gs pos="50000">
              <a:schemeClr val="accent2">
                <a:hueOff val="3866169"/>
                <a:satOff val="-11096"/>
                <a:lumOff val="-17765"/>
                <a:alphaOff val="0"/>
                <a:satMod val="110000"/>
                <a:lumMod val="100000"/>
                <a:shade val="100000"/>
              </a:schemeClr>
            </a:gs>
            <a:gs pos="100000">
              <a:schemeClr val="accent2">
                <a:hueOff val="3866169"/>
                <a:satOff val="-11096"/>
                <a:lumOff val="-17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Fine-tuned BERT</a:t>
          </a:r>
          <a:r>
            <a:rPr lang="en-US" sz="1800" kern="1200" dirty="0"/>
            <a:t> achieves best balance but at high computational cost.</a:t>
          </a:r>
        </a:p>
      </dsp:txBody>
      <dsp:txXfrm>
        <a:off x="34954" y="2787834"/>
        <a:ext cx="6596925" cy="646132"/>
      </dsp:txXfrm>
    </dsp:sp>
    <dsp:sp modelId="{FF1CDE72-A7EB-40C0-8476-94F6EDA4BB99}">
      <dsp:nvSpPr>
        <dsp:cNvPr id="0" name=""/>
        <dsp:cNvSpPr/>
      </dsp:nvSpPr>
      <dsp:spPr>
        <a:xfrm>
          <a:off x="0" y="3520760"/>
          <a:ext cx="6666833" cy="716040"/>
        </a:xfrm>
        <a:prstGeom prst="roundRect">
          <a:avLst/>
        </a:prstGeom>
        <a:gradFill rotWithShape="0">
          <a:gsLst>
            <a:gs pos="0">
              <a:schemeClr val="accent2">
                <a:hueOff val="5154891"/>
                <a:satOff val="-14794"/>
                <a:lumOff val="-23687"/>
                <a:alphaOff val="0"/>
                <a:satMod val="103000"/>
                <a:lumMod val="102000"/>
                <a:tint val="94000"/>
              </a:schemeClr>
            </a:gs>
            <a:gs pos="50000">
              <a:schemeClr val="accent2">
                <a:hueOff val="5154891"/>
                <a:satOff val="-14794"/>
                <a:lumOff val="-23687"/>
                <a:alphaOff val="0"/>
                <a:satMod val="110000"/>
                <a:lumMod val="100000"/>
                <a:shade val="100000"/>
              </a:schemeClr>
            </a:gs>
            <a:gs pos="100000">
              <a:schemeClr val="accent2">
                <a:hueOff val="5154891"/>
                <a:satOff val="-14794"/>
                <a:lumOff val="-23687"/>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Model selection</a:t>
          </a:r>
          <a:r>
            <a:rPr lang="en-US" sz="1800" kern="1200" dirty="0"/>
            <a:t> depends on trade-offs between accuracy, training time, and complexity.</a:t>
          </a:r>
        </a:p>
      </dsp:txBody>
      <dsp:txXfrm>
        <a:off x="34954" y="3555714"/>
        <a:ext cx="6596925" cy="646132"/>
      </dsp:txXfrm>
    </dsp:sp>
    <dsp:sp modelId="{7F9D1F91-FC87-417A-9541-9A7CD1914B23}">
      <dsp:nvSpPr>
        <dsp:cNvPr id="0" name=""/>
        <dsp:cNvSpPr/>
      </dsp:nvSpPr>
      <dsp:spPr>
        <a:xfrm>
          <a:off x="0" y="4288640"/>
          <a:ext cx="6666833" cy="716040"/>
        </a:xfrm>
        <a:prstGeom prst="roundRect">
          <a:avLst/>
        </a:prstGeom>
        <a:gradFill rotWithShape="0">
          <a:gsLst>
            <a:gs pos="0">
              <a:schemeClr val="accent2">
                <a:hueOff val="6443614"/>
                <a:satOff val="-18493"/>
                <a:lumOff val="-29609"/>
                <a:alphaOff val="0"/>
                <a:satMod val="103000"/>
                <a:lumMod val="102000"/>
                <a:tint val="94000"/>
              </a:schemeClr>
            </a:gs>
            <a:gs pos="50000">
              <a:schemeClr val="accent2">
                <a:hueOff val="6443614"/>
                <a:satOff val="-18493"/>
                <a:lumOff val="-29609"/>
                <a:alphaOff val="0"/>
                <a:satMod val="110000"/>
                <a:lumMod val="100000"/>
                <a:shade val="100000"/>
              </a:schemeClr>
            </a:gs>
            <a:gs pos="100000">
              <a:schemeClr val="accent2">
                <a:hueOff val="6443614"/>
                <a:satOff val="-18493"/>
                <a:lumOff val="-29609"/>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Cross-validation (5-fold) confirmed that classical models like Logistic Regression generalize well even with smaller datasets.</a:t>
          </a:r>
        </a:p>
      </dsp:txBody>
      <dsp:txXfrm>
        <a:off x="34954" y="4323594"/>
        <a:ext cx="6596925" cy="64613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BEBB0ED-BE87-4122-845E-282C8BC2549B}">
      <dsp:nvSpPr>
        <dsp:cNvPr id="0" name=""/>
        <dsp:cNvSpPr/>
      </dsp:nvSpPr>
      <dsp:spPr>
        <a:xfrm>
          <a:off x="0" y="531"/>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57587BA-9E25-42CF-B611-D46300DE8D60}">
      <dsp:nvSpPr>
        <dsp:cNvPr id="0" name=""/>
        <dsp:cNvSpPr/>
      </dsp:nvSpPr>
      <dsp:spPr>
        <a:xfrm>
          <a:off x="0" y="531"/>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kern="1200"/>
            <a:t>List key sources (shortened format):</a:t>
          </a:r>
        </a:p>
      </dsp:txBody>
      <dsp:txXfrm>
        <a:off x="0" y="531"/>
        <a:ext cx="10515600" cy="870055"/>
      </dsp:txXfrm>
    </dsp:sp>
    <dsp:sp modelId="{D8AF3081-6283-4386-97D2-79CD77DAAE49}">
      <dsp:nvSpPr>
        <dsp:cNvPr id="0" name=""/>
        <dsp:cNvSpPr/>
      </dsp:nvSpPr>
      <dsp:spPr>
        <a:xfrm>
          <a:off x="0" y="870586"/>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136C46-1DA2-4653-B2EB-AA70743F6084}">
      <dsp:nvSpPr>
        <dsp:cNvPr id="0" name=""/>
        <dsp:cNvSpPr/>
      </dsp:nvSpPr>
      <dsp:spPr>
        <a:xfrm>
          <a:off x="0" y="870586"/>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kern="1200"/>
            <a:t>IMDb Dataset (Kaggle, 2018)</a:t>
          </a:r>
        </a:p>
      </dsp:txBody>
      <dsp:txXfrm>
        <a:off x="0" y="870586"/>
        <a:ext cx="10515600" cy="870055"/>
      </dsp:txXfrm>
    </dsp:sp>
    <dsp:sp modelId="{6C695807-4B89-4C11-8D52-D7C8806B13DA}">
      <dsp:nvSpPr>
        <dsp:cNvPr id="0" name=""/>
        <dsp:cNvSpPr/>
      </dsp:nvSpPr>
      <dsp:spPr>
        <a:xfrm>
          <a:off x="0" y="1740641"/>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13711F-39C9-456E-854C-FE2A99824D94}">
      <dsp:nvSpPr>
        <dsp:cNvPr id="0" name=""/>
        <dsp:cNvSpPr/>
      </dsp:nvSpPr>
      <dsp:spPr>
        <a:xfrm>
          <a:off x="0" y="1740641"/>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kern="1200"/>
            <a:t>Devlin et al., BERT (2019)</a:t>
          </a:r>
        </a:p>
      </dsp:txBody>
      <dsp:txXfrm>
        <a:off x="0" y="1740641"/>
        <a:ext cx="10515600" cy="870055"/>
      </dsp:txXfrm>
    </dsp:sp>
    <dsp:sp modelId="{EB8A6F40-AF13-48EC-97D5-96718DBF5997}">
      <dsp:nvSpPr>
        <dsp:cNvPr id="0" name=""/>
        <dsp:cNvSpPr/>
      </dsp:nvSpPr>
      <dsp:spPr>
        <a:xfrm>
          <a:off x="0" y="2610696"/>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A6404FB-3ED3-4F80-BC2D-560D5FBDE89B}">
      <dsp:nvSpPr>
        <dsp:cNvPr id="0" name=""/>
        <dsp:cNvSpPr/>
      </dsp:nvSpPr>
      <dsp:spPr>
        <a:xfrm>
          <a:off x="0" y="2610696"/>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kern="1200"/>
            <a:t>Ramos, TF-IDF (2003)</a:t>
          </a:r>
        </a:p>
      </dsp:txBody>
      <dsp:txXfrm>
        <a:off x="0" y="2610696"/>
        <a:ext cx="10515600" cy="870055"/>
      </dsp:txXfrm>
    </dsp:sp>
    <dsp:sp modelId="{746760FB-6C41-4750-857E-DB38CAB2C2AF}">
      <dsp:nvSpPr>
        <dsp:cNvPr id="0" name=""/>
        <dsp:cNvSpPr/>
      </dsp:nvSpPr>
      <dsp:spPr>
        <a:xfrm>
          <a:off x="0" y="3480751"/>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7355C35-D98F-4B1E-A7A5-F23FCFBCD0C2}">
      <dsp:nvSpPr>
        <dsp:cNvPr id="0" name=""/>
        <dsp:cNvSpPr/>
      </dsp:nvSpPr>
      <dsp:spPr>
        <a:xfrm>
          <a:off x="0" y="3480751"/>
          <a:ext cx="10515600" cy="870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kern="1200"/>
            <a:t>Scikit-learn, Hugging Face, Keras, TensorFlow</a:t>
          </a:r>
        </a:p>
      </dsp:txBody>
      <dsp:txXfrm>
        <a:off x="0" y="3480751"/>
        <a:ext cx="10515600" cy="870055"/>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DCC08-F6CE-C61A-9A61-9FC44D0DAE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882A10E-A008-0CDD-C389-6774A362C3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EE0ED7F-D332-17D0-F891-1D79BD0C8C4E}"/>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5" name="Footer Placeholder 4">
            <a:extLst>
              <a:ext uri="{FF2B5EF4-FFF2-40B4-BE49-F238E27FC236}">
                <a16:creationId xmlns:a16="http://schemas.microsoft.com/office/drawing/2014/main" id="{AAC30F9A-EC5E-98E9-88BA-0C599074C2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48DC28-03BE-E165-CC20-5AB1F9CC8C3A}"/>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1082793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58882-B8A8-0992-9F3E-2B249626DF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0D71B7-3B19-0308-F50E-B59FD003465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27AE7D-E3D3-D683-BA99-C98B378B41B2}"/>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5" name="Footer Placeholder 4">
            <a:extLst>
              <a:ext uri="{FF2B5EF4-FFF2-40B4-BE49-F238E27FC236}">
                <a16:creationId xmlns:a16="http://schemas.microsoft.com/office/drawing/2014/main" id="{DBB8EBD3-93C7-900D-FA35-9264A13A9F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673F41-4CF3-1B34-9CF2-767E4CD09BCA}"/>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37642745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56796-5920-BFCB-E7F6-A26C1D515CD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DD03385-EE72-DE64-49B8-3544E4FFB2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2440A5-60B6-868A-6968-7167FDA13A9B}"/>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5" name="Footer Placeholder 4">
            <a:extLst>
              <a:ext uri="{FF2B5EF4-FFF2-40B4-BE49-F238E27FC236}">
                <a16:creationId xmlns:a16="http://schemas.microsoft.com/office/drawing/2014/main" id="{B215CAF9-396E-DB81-4C94-3F3D25E9AE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595E3A-C608-0AEE-8D1B-7530037B157F}"/>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27028623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B99E8-E2E3-E015-D18E-23D86348BBF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D5B986F-5A3A-D120-CE0E-03C8397F31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4A36606-CF6F-08B3-9FA1-CF82ABC65D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32F358D-570C-A8B1-E7FC-659512528081}"/>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6" name="Footer Placeholder 5">
            <a:extLst>
              <a:ext uri="{FF2B5EF4-FFF2-40B4-BE49-F238E27FC236}">
                <a16:creationId xmlns:a16="http://schemas.microsoft.com/office/drawing/2014/main" id="{45EAB00D-02F0-EC12-9F49-7A18CB1A75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F4C785-F9A9-543A-37F7-A98711D1F47C}"/>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2683255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397A9-9788-AAB9-9570-FD53A50149D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4301A2E-8129-CD1A-31FE-FDBB8D5CA2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5592DB8-19AC-AE06-C5B6-1A6F421B030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E3FD5AB-55D6-88F5-70C8-F2742C93D72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A792E4-DAD9-F68F-DAB5-9C74A1CC31A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D30D7A9-0E19-9EEF-BDDE-FBBDC2BC4866}"/>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8" name="Footer Placeholder 7">
            <a:extLst>
              <a:ext uri="{FF2B5EF4-FFF2-40B4-BE49-F238E27FC236}">
                <a16:creationId xmlns:a16="http://schemas.microsoft.com/office/drawing/2014/main" id="{49F1D60C-1FD7-65F4-EA59-A6C45A78D9C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29BE71E-4518-4A75-6A43-38BB554E5D0C}"/>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39843676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62B3D-FE0B-AED2-19BF-2625EC11E5E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42E17B2-7D3B-7473-BEC8-7B821D6C7809}"/>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4" name="Footer Placeholder 3">
            <a:extLst>
              <a:ext uri="{FF2B5EF4-FFF2-40B4-BE49-F238E27FC236}">
                <a16:creationId xmlns:a16="http://schemas.microsoft.com/office/drawing/2014/main" id="{B60EAA31-61F0-ACBD-B4DD-789CAAEAEBC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79973C3-C898-676F-0447-359F80881635}"/>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17216347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47CEC7-E856-D0D1-D3B8-B4D74EC1A85B}"/>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3" name="Footer Placeholder 2">
            <a:extLst>
              <a:ext uri="{FF2B5EF4-FFF2-40B4-BE49-F238E27FC236}">
                <a16:creationId xmlns:a16="http://schemas.microsoft.com/office/drawing/2014/main" id="{228EAFEB-8246-51CE-335A-365B5C65DF4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FA82CD7-EDEF-DBFA-7BC0-610887998FA0}"/>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41129772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BE39A-6621-689B-F446-3503471121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61A80BB-9C8F-E1D8-689F-89F122AED4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037A0F-097E-825F-5EAE-9872F66CE7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E6957C-6B1A-469C-FE1E-BEE73E12B80F}"/>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6" name="Footer Placeholder 5">
            <a:extLst>
              <a:ext uri="{FF2B5EF4-FFF2-40B4-BE49-F238E27FC236}">
                <a16:creationId xmlns:a16="http://schemas.microsoft.com/office/drawing/2014/main" id="{DB3D6DB5-5EAE-1E85-6FCF-CAB7A1C0E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BF8F1B-DCD4-2E37-DE7A-8636585F2A81}"/>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24387459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8A7F4-9B6F-AD6D-DFD6-A4F66E4322F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8F343B4-8A31-610D-30A2-50AA3803AF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F793DFA-35EF-BA6C-BBB4-FE9058B4AB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EFA575-2E71-9A19-CD21-56EA1D859ED2}"/>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6" name="Footer Placeholder 5">
            <a:extLst>
              <a:ext uri="{FF2B5EF4-FFF2-40B4-BE49-F238E27FC236}">
                <a16:creationId xmlns:a16="http://schemas.microsoft.com/office/drawing/2014/main" id="{603B7BC2-6879-3C52-BAB6-747280970B8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71DC36-ABC2-5A7E-4D2E-E2DA35D80257}"/>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20214433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F7BCA-21F5-A1C0-B9B3-E96DC44A076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C9D93F1-4E43-B640-1496-0F0280F8FFB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CF659E-0719-6618-D262-7B88DBAF7E28}"/>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5" name="Footer Placeholder 4">
            <a:extLst>
              <a:ext uri="{FF2B5EF4-FFF2-40B4-BE49-F238E27FC236}">
                <a16:creationId xmlns:a16="http://schemas.microsoft.com/office/drawing/2014/main" id="{7E4F7A2F-D104-C2F3-11C0-5975530DA6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603669-EEC3-C11D-B1EE-EEA271637B20}"/>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25857383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BD6EFC7-CDCA-5C27-F854-321AB1E140B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D344158-4278-8F40-DBBF-7AAD491A219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2A7629-64B9-9696-2B20-C5EF93315441}"/>
              </a:ext>
            </a:extLst>
          </p:cNvPr>
          <p:cNvSpPr>
            <a:spLocks noGrp="1"/>
          </p:cNvSpPr>
          <p:nvPr>
            <p:ph type="dt" sz="half" idx="10"/>
          </p:nvPr>
        </p:nvSpPr>
        <p:spPr/>
        <p:txBody>
          <a:bodyPr/>
          <a:lstStyle/>
          <a:p>
            <a:fld id="{7D83BB3F-94A4-437F-B4D0-D0A3A8E08EFF}" type="datetimeFigureOut">
              <a:rPr lang="en-US" smtClean="0"/>
              <a:t>5/18/2025</a:t>
            </a:fld>
            <a:endParaRPr lang="en-US"/>
          </a:p>
        </p:txBody>
      </p:sp>
      <p:sp>
        <p:nvSpPr>
          <p:cNvPr id="5" name="Footer Placeholder 4">
            <a:extLst>
              <a:ext uri="{FF2B5EF4-FFF2-40B4-BE49-F238E27FC236}">
                <a16:creationId xmlns:a16="http://schemas.microsoft.com/office/drawing/2014/main" id="{4FFBA196-5270-BCBF-B0D6-E72830BE42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7CB35C-9714-FD4A-2166-43B391AC9FF7}"/>
              </a:ext>
            </a:extLst>
          </p:cNvPr>
          <p:cNvSpPr>
            <a:spLocks noGrp="1"/>
          </p:cNvSpPr>
          <p:nvPr>
            <p:ph type="sldNum" sz="quarter" idx="12"/>
          </p:nvPr>
        </p:nvSpPr>
        <p:spPr/>
        <p:txBody>
          <a:bodyPr/>
          <a:lstStyle/>
          <a:p>
            <a:fld id="{C387A680-E1A3-4CDB-811A-A7948FA154AF}" type="slidenum">
              <a:rPr lang="en-US" smtClean="0"/>
              <a:t>‹#›</a:t>
            </a:fld>
            <a:endParaRPr lang="en-US"/>
          </a:p>
        </p:txBody>
      </p:sp>
    </p:spTree>
    <p:extLst>
      <p:ext uri="{BB962C8B-B14F-4D97-AF65-F5344CB8AC3E}">
        <p14:creationId xmlns:p14="http://schemas.microsoft.com/office/powerpoint/2010/main" val="31625142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9CDE0A-C0F3-B3A4-9596-1B97AF37C0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A682D04-9860-8D64-AA72-BE0AAF2586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C1DFF0-20E4-C952-E8B4-AACE9D2DA05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D83BB3F-94A4-437F-B4D0-D0A3A8E08EFF}" type="datetimeFigureOut">
              <a:rPr lang="en-US" smtClean="0"/>
              <a:t>5/18/2025</a:t>
            </a:fld>
            <a:endParaRPr lang="en-US"/>
          </a:p>
        </p:txBody>
      </p:sp>
      <p:sp>
        <p:nvSpPr>
          <p:cNvPr id="5" name="Footer Placeholder 4">
            <a:extLst>
              <a:ext uri="{FF2B5EF4-FFF2-40B4-BE49-F238E27FC236}">
                <a16:creationId xmlns:a16="http://schemas.microsoft.com/office/drawing/2014/main" id="{00E64CC0-6248-5A98-B2C1-0F8EDEB7230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806A219-7E33-B843-A206-DFAC777A20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387A680-E1A3-4CDB-811A-A7948FA154AF}" type="slidenum">
              <a:rPr lang="en-US" smtClean="0"/>
              <a:t>‹#›</a:t>
            </a:fld>
            <a:endParaRPr lang="en-US"/>
          </a:p>
        </p:txBody>
      </p:sp>
    </p:spTree>
    <p:extLst>
      <p:ext uri="{BB962C8B-B14F-4D97-AF65-F5344CB8AC3E}">
        <p14:creationId xmlns:p14="http://schemas.microsoft.com/office/powerpoint/2010/main" val="19794381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8" name="Picture 17" descr="Digital financial graphs in 3D">
            <a:extLst>
              <a:ext uri="{FF2B5EF4-FFF2-40B4-BE49-F238E27FC236}">
                <a16:creationId xmlns:a16="http://schemas.microsoft.com/office/drawing/2014/main" id="{756DDBFC-9CC0-FB96-9658-ABE4849CC57B}"/>
              </a:ext>
            </a:extLst>
          </p:cNvPr>
          <p:cNvPicPr>
            <a:picLocks noChangeAspect="1"/>
          </p:cNvPicPr>
          <p:nvPr/>
        </p:nvPicPr>
        <p:blipFill>
          <a:blip r:embed="rId2">
            <a:alphaModFix amt="40000"/>
          </a:blip>
          <a:srcRect t="19996" b="7657"/>
          <a:stretch>
            <a:fillRect/>
          </a:stretch>
        </p:blipFill>
        <p:spPr>
          <a:xfrm>
            <a:off x="20" y="10"/>
            <a:ext cx="12191979" cy="6857990"/>
          </a:xfrm>
          <a:prstGeom prst="rect">
            <a:avLst/>
          </a:prstGeom>
        </p:spPr>
      </p:pic>
      <p:sp>
        <p:nvSpPr>
          <p:cNvPr id="2" name="Title 1">
            <a:extLst>
              <a:ext uri="{FF2B5EF4-FFF2-40B4-BE49-F238E27FC236}">
                <a16:creationId xmlns:a16="http://schemas.microsoft.com/office/drawing/2014/main" id="{E621B2D5-874B-0B82-4EF6-89723C52FA7A}"/>
              </a:ext>
            </a:extLst>
          </p:cNvPr>
          <p:cNvSpPr>
            <a:spLocks noGrp="1"/>
          </p:cNvSpPr>
          <p:nvPr>
            <p:ph type="ctrTitle"/>
          </p:nvPr>
        </p:nvSpPr>
        <p:spPr>
          <a:xfrm>
            <a:off x="965200" y="965200"/>
            <a:ext cx="10261600" cy="3564869"/>
          </a:xfrm>
        </p:spPr>
        <p:txBody>
          <a:bodyPr>
            <a:normAutofit/>
          </a:bodyPr>
          <a:lstStyle/>
          <a:p>
            <a:pPr algn="l"/>
            <a:r>
              <a:rPr lang="en-US" sz="6300">
                <a:ln w="22225">
                  <a:solidFill>
                    <a:schemeClr val="tx1"/>
                  </a:solidFill>
                  <a:miter lim="800000"/>
                </a:ln>
                <a:noFill/>
              </a:rPr>
              <a:t>Evaluating Sentiment Classification Techniques on Social and Movie Review Data</a:t>
            </a:r>
          </a:p>
        </p:txBody>
      </p:sp>
      <p:sp>
        <p:nvSpPr>
          <p:cNvPr id="3" name="Subtitle 2">
            <a:extLst>
              <a:ext uri="{FF2B5EF4-FFF2-40B4-BE49-F238E27FC236}">
                <a16:creationId xmlns:a16="http://schemas.microsoft.com/office/drawing/2014/main" id="{9287772C-E001-F242-B5FA-376BF4D7CA44}"/>
              </a:ext>
            </a:extLst>
          </p:cNvPr>
          <p:cNvSpPr>
            <a:spLocks noGrp="1"/>
          </p:cNvSpPr>
          <p:nvPr>
            <p:ph type="subTitle" idx="1"/>
          </p:nvPr>
        </p:nvSpPr>
        <p:spPr>
          <a:xfrm>
            <a:off x="965200" y="4572002"/>
            <a:ext cx="10261600" cy="1622321"/>
          </a:xfrm>
        </p:spPr>
        <p:txBody>
          <a:bodyPr>
            <a:normAutofit/>
          </a:bodyPr>
          <a:lstStyle/>
          <a:p>
            <a:pPr algn="l"/>
            <a:r>
              <a:rPr lang="en-US" sz="2000" dirty="0"/>
              <a:t>NAME : Deekshitha Chowdary Kalluri</a:t>
            </a:r>
          </a:p>
          <a:p>
            <a:pPr algn="l"/>
            <a:r>
              <a:rPr lang="en-US" sz="2000" dirty="0"/>
              <a:t>COURSE: CIS 732 – Machine Learning</a:t>
            </a:r>
          </a:p>
          <a:p>
            <a:pPr algn="l"/>
            <a:r>
              <a:rPr lang="en-US" sz="2000" dirty="0"/>
              <a:t>INSTRUCTOR: Dr. William Hsu</a:t>
            </a:r>
          </a:p>
          <a:p>
            <a:pPr algn="l"/>
            <a:r>
              <a:rPr lang="en-US" sz="2000" dirty="0"/>
              <a:t>DATE: 5/14/2025</a:t>
            </a:r>
          </a:p>
        </p:txBody>
      </p:sp>
    </p:spTree>
    <p:extLst>
      <p:ext uri="{BB962C8B-B14F-4D97-AF65-F5344CB8AC3E}">
        <p14:creationId xmlns:p14="http://schemas.microsoft.com/office/powerpoint/2010/main" val="558535047"/>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5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1500"/>
                                  </p:stCondLst>
                                  <p:iterate>
                                    <p:tmPct val="10000"/>
                                  </p:iterate>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7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 name="Rectangle 81">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0" name="Rectangle 89">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E367672-83F1-C44A-8FE2-868E3DA2C4CA}"/>
              </a:ext>
            </a:extLst>
          </p:cNvPr>
          <p:cNvSpPr>
            <a:spLocks noGrp="1"/>
          </p:cNvSpPr>
          <p:nvPr>
            <p:ph type="title"/>
          </p:nvPr>
        </p:nvSpPr>
        <p:spPr>
          <a:xfrm>
            <a:off x="826396" y="586855"/>
            <a:ext cx="4230100" cy="3387497"/>
          </a:xfrm>
        </p:spPr>
        <p:txBody>
          <a:bodyPr anchor="b">
            <a:normAutofit/>
          </a:bodyPr>
          <a:lstStyle/>
          <a:p>
            <a:pPr algn="r"/>
            <a:r>
              <a:rPr lang="en-US" sz="4000">
                <a:solidFill>
                  <a:srgbClr val="FFFFFF"/>
                </a:solidFill>
              </a:rPr>
              <a:t>INTRODUCTION</a:t>
            </a:r>
          </a:p>
        </p:txBody>
      </p:sp>
      <p:sp>
        <p:nvSpPr>
          <p:cNvPr id="3" name="Content Placeholder 2">
            <a:extLst>
              <a:ext uri="{FF2B5EF4-FFF2-40B4-BE49-F238E27FC236}">
                <a16:creationId xmlns:a16="http://schemas.microsoft.com/office/drawing/2014/main" id="{56FA908E-CA00-7B34-BED2-464103472207}"/>
              </a:ext>
            </a:extLst>
          </p:cNvPr>
          <p:cNvSpPr>
            <a:spLocks noGrp="1"/>
          </p:cNvSpPr>
          <p:nvPr>
            <p:ph idx="1"/>
          </p:nvPr>
        </p:nvSpPr>
        <p:spPr>
          <a:xfrm>
            <a:off x="6503158" y="649480"/>
            <a:ext cx="4862447" cy="5546047"/>
          </a:xfrm>
        </p:spPr>
        <p:txBody>
          <a:bodyPr anchor="ctr">
            <a:normAutofit/>
          </a:bodyPr>
          <a:lstStyle/>
          <a:p>
            <a:pPr>
              <a:buNone/>
            </a:pPr>
            <a:r>
              <a:rPr lang="en-US" sz="1700" b="1">
                <a:latin typeface="Times New Roman" panose="02020603050405020304" pitchFamily="18" charset="0"/>
                <a:cs typeface="Times New Roman" panose="02020603050405020304" pitchFamily="18" charset="0"/>
              </a:rPr>
              <a:t>What is Sentiment Analysis?</a:t>
            </a:r>
          </a:p>
          <a:p>
            <a:r>
              <a:rPr lang="en-US" sz="1700">
                <a:latin typeface="Times New Roman" panose="02020603050405020304" pitchFamily="18" charset="0"/>
                <a:cs typeface="Times New Roman" panose="02020603050405020304" pitchFamily="18" charset="0"/>
              </a:rPr>
              <a:t>Sentiment analysis is a natural language processing task that involves determining whether a piece of text expresses a </a:t>
            </a:r>
            <a:r>
              <a:rPr lang="en-US" sz="1700" b="1">
                <a:latin typeface="Times New Roman" panose="02020603050405020304" pitchFamily="18" charset="0"/>
                <a:cs typeface="Times New Roman" panose="02020603050405020304" pitchFamily="18" charset="0"/>
              </a:rPr>
              <a:t>positive</a:t>
            </a:r>
            <a:r>
              <a:rPr lang="en-US" sz="1700">
                <a:latin typeface="Times New Roman" panose="02020603050405020304" pitchFamily="18" charset="0"/>
                <a:cs typeface="Times New Roman" panose="02020603050405020304" pitchFamily="18" charset="0"/>
              </a:rPr>
              <a:t>, </a:t>
            </a:r>
            <a:r>
              <a:rPr lang="en-US" sz="1700" b="1">
                <a:latin typeface="Times New Roman" panose="02020603050405020304" pitchFamily="18" charset="0"/>
                <a:cs typeface="Times New Roman" panose="02020603050405020304" pitchFamily="18" charset="0"/>
              </a:rPr>
              <a:t>negative</a:t>
            </a:r>
            <a:r>
              <a:rPr lang="en-US" sz="1700">
                <a:latin typeface="Times New Roman" panose="02020603050405020304" pitchFamily="18" charset="0"/>
                <a:cs typeface="Times New Roman" panose="02020603050405020304" pitchFamily="18" charset="0"/>
              </a:rPr>
              <a:t>, or </a:t>
            </a:r>
            <a:r>
              <a:rPr lang="en-US" sz="1700" b="1">
                <a:latin typeface="Times New Roman" panose="02020603050405020304" pitchFamily="18" charset="0"/>
                <a:cs typeface="Times New Roman" panose="02020603050405020304" pitchFamily="18" charset="0"/>
              </a:rPr>
              <a:t>neutral</a:t>
            </a:r>
            <a:r>
              <a:rPr lang="en-US" sz="1700">
                <a:latin typeface="Times New Roman" panose="02020603050405020304" pitchFamily="18" charset="0"/>
                <a:cs typeface="Times New Roman" panose="02020603050405020304" pitchFamily="18" charset="0"/>
              </a:rPr>
              <a:t> sentiment. It is often referred to as opinion mining.</a:t>
            </a:r>
          </a:p>
          <a:p>
            <a:pPr>
              <a:buNone/>
            </a:pPr>
            <a:r>
              <a:rPr lang="en-US" sz="1700" b="1">
                <a:latin typeface="Times New Roman" panose="02020603050405020304" pitchFamily="18" charset="0"/>
                <a:cs typeface="Times New Roman" panose="02020603050405020304" pitchFamily="18" charset="0"/>
              </a:rPr>
              <a:t>Why Does It Matter?</a:t>
            </a:r>
          </a:p>
          <a:p>
            <a:pPr>
              <a:buFont typeface="Arial" panose="020B0604020202020204" pitchFamily="34" charset="0"/>
              <a:buChar char="•"/>
            </a:pPr>
            <a:r>
              <a:rPr lang="en-US" sz="1700" b="1">
                <a:latin typeface="Times New Roman" panose="02020603050405020304" pitchFamily="18" charset="0"/>
                <a:cs typeface="Times New Roman" panose="02020603050405020304" pitchFamily="18" charset="0"/>
              </a:rPr>
              <a:t>Reviews</a:t>
            </a:r>
            <a:r>
              <a:rPr lang="en-US" sz="1700">
                <a:latin typeface="Times New Roman" panose="02020603050405020304" pitchFamily="18" charset="0"/>
                <a:cs typeface="Times New Roman" panose="02020603050405020304" pitchFamily="18" charset="0"/>
              </a:rPr>
              <a:t>: Helps businesses understand customer satisfaction from product or movie reviews.</a:t>
            </a:r>
          </a:p>
          <a:p>
            <a:pPr>
              <a:buFont typeface="Arial" panose="020B0604020202020204" pitchFamily="34" charset="0"/>
              <a:buChar char="•"/>
            </a:pPr>
            <a:r>
              <a:rPr lang="en-US" sz="1700" b="1">
                <a:latin typeface="Times New Roman" panose="02020603050405020304" pitchFamily="18" charset="0"/>
                <a:cs typeface="Times New Roman" panose="02020603050405020304" pitchFamily="18" charset="0"/>
              </a:rPr>
              <a:t>Social Media</a:t>
            </a:r>
            <a:r>
              <a:rPr lang="en-US" sz="1700">
                <a:latin typeface="Times New Roman" panose="02020603050405020304" pitchFamily="18" charset="0"/>
                <a:cs typeface="Times New Roman" panose="02020603050405020304" pitchFamily="18" charset="0"/>
              </a:rPr>
              <a:t>: Enables real-time monitoring of public opinion on platforms like Twitter.</a:t>
            </a:r>
          </a:p>
          <a:p>
            <a:pPr>
              <a:buFont typeface="Arial" panose="020B0604020202020204" pitchFamily="34" charset="0"/>
              <a:buChar char="•"/>
            </a:pPr>
            <a:r>
              <a:rPr lang="en-US" sz="1700" b="1">
                <a:latin typeface="Times New Roman" panose="02020603050405020304" pitchFamily="18" charset="0"/>
                <a:cs typeface="Times New Roman" panose="02020603050405020304" pitchFamily="18" charset="0"/>
              </a:rPr>
              <a:t>Customer Feedback</a:t>
            </a:r>
            <a:r>
              <a:rPr lang="en-US" sz="1700">
                <a:latin typeface="Times New Roman" panose="02020603050405020304" pitchFamily="18" charset="0"/>
                <a:cs typeface="Times New Roman" panose="02020603050405020304" pitchFamily="18" charset="0"/>
              </a:rPr>
              <a:t>: Automates survey or comment analysis for service improvement.</a:t>
            </a:r>
          </a:p>
          <a:p>
            <a:pPr>
              <a:buNone/>
            </a:pPr>
            <a:r>
              <a:rPr lang="en-US" sz="1700" b="1">
                <a:latin typeface="Times New Roman" panose="02020603050405020304" pitchFamily="18" charset="0"/>
                <a:cs typeface="Times New Roman" panose="02020603050405020304" pitchFamily="18" charset="0"/>
              </a:rPr>
              <a:t>Project Goal</a:t>
            </a:r>
          </a:p>
          <a:p>
            <a:r>
              <a:rPr lang="en-US" sz="1700">
                <a:latin typeface="Times New Roman" panose="02020603050405020304" pitchFamily="18" charset="0"/>
                <a:cs typeface="Times New Roman" panose="02020603050405020304" pitchFamily="18" charset="0"/>
              </a:rPr>
              <a:t>The goal of this project is to evaluate and compare the performance of traditional machine learning models (like Logistic Regression and LinearSVC) and modern deep learning models (LSTM and BERT) for classifying IMDb movie reviews into </a:t>
            </a:r>
            <a:r>
              <a:rPr lang="en-US" sz="1700" b="1">
                <a:latin typeface="Times New Roman" panose="02020603050405020304" pitchFamily="18" charset="0"/>
                <a:cs typeface="Times New Roman" panose="02020603050405020304" pitchFamily="18" charset="0"/>
              </a:rPr>
              <a:t>positive</a:t>
            </a:r>
            <a:r>
              <a:rPr lang="en-US" sz="1700">
                <a:latin typeface="Times New Roman" panose="02020603050405020304" pitchFamily="18" charset="0"/>
                <a:cs typeface="Times New Roman" panose="02020603050405020304" pitchFamily="18" charset="0"/>
              </a:rPr>
              <a:t> or </a:t>
            </a:r>
            <a:r>
              <a:rPr lang="en-US" sz="1700" b="1">
                <a:latin typeface="Times New Roman" panose="02020603050405020304" pitchFamily="18" charset="0"/>
                <a:cs typeface="Times New Roman" panose="02020603050405020304" pitchFamily="18" charset="0"/>
              </a:rPr>
              <a:t>negative</a:t>
            </a:r>
            <a:r>
              <a:rPr lang="en-US" sz="1700">
                <a:latin typeface="Times New Roman" panose="02020603050405020304" pitchFamily="18" charset="0"/>
                <a:cs typeface="Times New Roman" panose="02020603050405020304" pitchFamily="18" charset="0"/>
              </a:rPr>
              <a:t> sentiments.</a:t>
            </a:r>
          </a:p>
          <a:p>
            <a:endParaRPr lang="en-US" sz="17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58926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53B475F8-50AE-46A0-9943-B2B63183D5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293C627-C444-00E5-9154-E26203C9D5AE}"/>
              </a:ext>
            </a:extLst>
          </p:cNvPr>
          <p:cNvSpPr>
            <a:spLocks noGrp="1"/>
          </p:cNvSpPr>
          <p:nvPr>
            <p:ph type="title"/>
          </p:nvPr>
        </p:nvSpPr>
        <p:spPr>
          <a:xfrm>
            <a:off x="612648" y="365125"/>
            <a:ext cx="6986015" cy="1776484"/>
          </a:xfrm>
        </p:spPr>
        <p:txBody>
          <a:bodyPr anchor="b">
            <a:normAutofit/>
          </a:bodyPr>
          <a:lstStyle/>
          <a:p>
            <a:r>
              <a:rPr lang="en-US" sz="5400"/>
              <a:t>DATASET &amp; PROCESSING</a:t>
            </a:r>
          </a:p>
        </p:txBody>
      </p:sp>
      <p:pic>
        <p:nvPicPr>
          <p:cNvPr id="7" name="Picture 6" descr="A screenshot of a computer&#10;&#10;AI-generated content may be incorrect.">
            <a:extLst>
              <a:ext uri="{FF2B5EF4-FFF2-40B4-BE49-F238E27FC236}">
                <a16:creationId xmlns:a16="http://schemas.microsoft.com/office/drawing/2014/main" id="{6D53720F-346C-C5F7-25B7-27FF45B2B2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79409" y="836237"/>
            <a:ext cx="3532036" cy="741727"/>
          </a:xfrm>
          <a:prstGeom prst="rect">
            <a:avLst/>
          </a:prstGeom>
        </p:spPr>
      </p:pic>
      <p:sp>
        <p:nvSpPr>
          <p:cNvPr id="61" name="sketch line">
            <a:extLst>
              <a:ext uri="{FF2B5EF4-FFF2-40B4-BE49-F238E27FC236}">
                <a16:creationId xmlns:a16="http://schemas.microsoft.com/office/drawing/2014/main" id="{75F6FDB4-2351-48C2-A863-2364A02343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2315691"/>
            <a:ext cx="4343400" cy="18288"/>
          </a:xfrm>
          <a:custGeom>
            <a:avLst/>
            <a:gdLst>
              <a:gd name="connsiteX0" fmla="*/ 0 w 4343400"/>
              <a:gd name="connsiteY0" fmla="*/ 0 h 18288"/>
              <a:gd name="connsiteX1" fmla="*/ 577052 w 4343400"/>
              <a:gd name="connsiteY1" fmla="*/ 0 h 18288"/>
              <a:gd name="connsiteX2" fmla="*/ 1067235 w 4343400"/>
              <a:gd name="connsiteY2" fmla="*/ 0 h 18288"/>
              <a:gd name="connsiteX3" fmla="*/ 1600853 w 4343400"/>
              <a:gd name="connsiteY3" fmla="*/ 0 h 18288"/>
              <a:gd name="connsiteX4" fmla="*/ 2264773 w 4343400"/>
              <a:gd name="connsiteY4" fmla="*/ 0 h 18288"/>
              <a:gd name="connsiteX5" fmla="*/ 2841825 w 4343400"/>
              <a:gd name="connsiteY5" fmla="*/ 0 h 18288"/>
              <a:gd name="connsiteX6" fmla="*/ 3375442 w 4343400"/>
              <a:gd name="connsiteY6" fmla="*/ 0 h 18288"/>
              <a:gd name="connsiteX7" fmla="*/ 4343400 w 4343400"/>
              <a:gd name="connsiteY7" fmla="*/ 0 h 18288"/>
              <a:gd name="connsiteX8" fmla="*/ 4343400 w 4343400"/>
              <a:gd name="connsiteY8" fmla="*/ 18288 h 18288"/>
              <a:gd name="connsiteX9" fmla="*/ 3722914 w 4343400"/>
              <a:gd name="connsiteY9" fmla="*/ 18288 h 18288"/>
              <a:gd name="connsiteX10" fmla="*/ 3189297 w 4343400"/>
              <a:gd name="connsiteY10" fmla="*/ 18288 h 18288"/>
              <a:gd name="connsiteX11" fmla="*/ 2481943 w 4343400"/>
              <a:gd name="connsiteY11" fmla="*/ 18288 h 18288"/>
              <a:gd name="connsiteX12" fmla="*/ 1904891 w 4343400"/>
              <a:gd name="connsiteY12" fmla="*/ 18288 h 18288"/>
              <a:gd name="connsiteX13" fmla="*/ 1414707 w 4343400"/>
              <a:gd name="connsiteY13" fmla="*/ 18288 h 18288"/>
              <a:gd name="connsiteX14" fmla="*/ 750788 w 4343400"/>
              <a:gd name="connsiteY14" fmla="*/ 18288 h 18288"/>
              <a:gd name="connsiteX15" fmla="*/ 0 w 4343400"/>
              <a:gd name="connsiteY15" fmla="*/ 18288 h 18288"/>
              <a:gd name="connsiteX16" fmla="*/ 0 w 43434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343400" h="18288" fill="none" extrusionOk="0">
                <a:moveTo>
                  <a:pt x="0" y="0"/>
                </a:moveTo>
                <a:cubicBezTo>
                  <a:pt x="233209" y="-19550"/>
                  <a:pt x="330816" y="19068"/>
                  <a:pt x="577052" y="0"/>
                </a:cubicBezTo>
                <a:cubicBezTo>
                  <a:pt x="823288" y="-19068"/>
                  <a:pt x="875077" y="10360"/>
                  <a:pt x="1067235" y="0"/>
                </a:cubicBezTo>
                <a:cubicBezTo>
                  <a:pt x="1259393" y="-10360"/>
                  <a:pt x="1410699" y="2939"/>
                  <a:pt x="1600853" y="0"/>
                </a:cubicBezTo>
                <a:cubicBezTo>
                  <a:pt x="1791007" y="-2939"/>
                  <a:pt x="2101644" y="-26225"/>
                  <a:pt x="2264773" y="0"/>
                </a:cubicBezTo>
                <a:cubicBezTo>
                  <a:pt x="2427902" y="26225"/>
                  <a:pt x="2690426" y="-27726"/>
                  <a:pt x="2841825" y="0"/>
                </a:cubicBezTo>
                <a:cubicBezTo>
                  <a:pt x="2993224" y="27726"/>
                  <a:pt x="3172320" y="-18569"/>
                  <a:pt x="3375442" y="0"/>
                </a:cubicBezTo>
                <a:cubicBezTo>
                  <a:pt x="3578564" y="18569"/>
                  <a:pt x="4003119" y="21909"/>
                  <a:pt x="4343400" y="0"/>
                </a:cubicBezTo>
                <a:cubicBezTo>
                  <a:pt x="4343798" y="7429"/>
                  <a:pt x="4343380" y="10822"/>
                  <a:pt x="4343400" y="18288"/>
                </a:cubicBezTo>
                <a:cubicBezTo>
                  <a:pt x="4109047" y="14709"/>
                  <a:pt x="3996986" y="7919"/>
                  <a:pt x="3722914" y="18288"/>
                </a:cubicBezTo>
                <a:cubicBezTo>
                  <a:pt x="3448842" y="28657"/>
                  <a:pt x="3340973" y="29252"/>
                  <a:pt x="3189297" y="18288"/>
                </a:cubicBezTo>
                <a:cubicBezTo>
                  <a:pt x="3037621" y="7324"/>
                  <a:pt x="2636891" y="-9539"/>
                  <a:pt x="2481943" y="18288"/>
                </a:cubicBezTo>
                <a:cubicBezTo>
                  <a:pt x="2326995" y="46115"/>
                  <a:pt x="2131632" y="740"/>
                  <a:pt x="1904891" y="18288"/>
                </a:cubicBezTo>
                <a:cubicBezTo>
                  <a:pt x="1678150" y="35836"/>
                  <a:pt x="1575362" y="-3381"/>
                  <a:pt x="1414707" y="18288"/>
                </a:cubicBezTo>
                <a:cubicBezTo>
                  <a:pt x="1254052" y="39957"/>
                  <a:pt x="1051093" y="-335"/>
                  <a:pt x="750788" y="18288"/>
                </a:cubicBezTo>
                <a:cubicBezTo>
                  <a:pt x="450483" y="36911"/>
                  <a:pt x="293781" y="22900"/>
                  <a:pt x="0" y="18288"/>
                </a:cubicBezTo>
                <a:cubicBezTo>
                  <a:pt x="-591" y="13205"/>
                  <a:pt x="-663" y="6329"/>
                  <a:pt x="0" y="0"/>
                </a:cubicBezTo>
                <a:close/>
              </a:path>
              <a:path w="4343400" h="18288" stroke="0" extrusionOk="0">
                <a:moveTo>
                  <a:pt x="0" y="0"/>
                </a:moveTo>
                <a:cubicBezTo>
                  <a:pt x="212719" y="-28531"/>
                  <a:pt x="340561" y="-1164"/>
                  <a:pt x="577052" y="0"/>
                </a:cubicBezTo>
                <a:cubicBezTo>
                  <a:pt x="813543" y="1164"/>
                  <a:pt x="866967" y="-9376"/>
                  <a:pt x="1067235" y="0"/>
                </a:cubicBezTo>
                <a:cubicBezTo>
                  <a:pt x="1267503" y="9376"/>
                  <a:pt x="1485778" y="-20470"/>
                  <a:pt x="1774589" y="0"/>
                </a:cubicBezTo>
                <a:cubicBezTo>
                  <a:pt x="2063400" y="20470"/>
                  <a:pt x="2090152" y="-14502"/>
                  <a:pt x="2351641" y="0"/>
                </a:cubicBezTo>
                <a:cubicBezTo>
                  <a:pt x="2613130" y="14502"/>
                  <a:pt x="2802864" y="19125"/>
                  <a:pt x="2928693" y="0"/>
                </a:cubicBezTo>
                <a:cubicBezTo>
                  <a:pt x="3054522" y="-19125"/>
                  <a:pt x="3482611" y="-2038"/>
                  <a:pt x="3636046" y="0"/>
                </a:cubicBezTo>
                <a:cubicBezTo>
                  <a:pt x="3789481" y="2038"/>
                  <a:pt x="4012363" y="973"/>
                  <a:pt x="4343400" y="0"/>
                </a:cubicBezTo>
                <a:cubicBezTo>
                  <a:pt x="4342514" y="5429"/>
                  <a:pt x="4344221" y="14046"/>
                  <a:pt x="4343400" y="18288"/>
                </a:cubicBezTo>
                <a:cubicBezTo>
                  <a:pt x="4078870" y="-6138"/>
                  <a:pt x="4015967" y="29658"/>
                  <a:pt x="3809782" y="18288"/>
                </a:cubicBezTo>
                <a:cubicBezTo>
                  <a:pt x="3603597" y="6918"/>
                  <a:pt x="3495552" y="24439"/>
                  <a:pt x="3189297" y="18288"/>
                </a:cubicBezTo>
                <a:cubicBezTo>
                  <a:pt x="2883042" y="12137"/>
                  <a:pt x="2850610" y="32583"/>
                  <a:pt x="2568811" y="18288"/>
                </a:cubicBezTo>
                <a:cubicBezTo>
                  <a:pt x="2287012" y="3993"/>
                  <a:pt x="2279820" y="23580"/>
                  <a:pt x="1991759" y="18288"/>
                </a:cubicBezTo>
                <a:cubicBezTo>
                  <a:pt x="1703698" y="12996"/>
                  <a:pt x="1616455" y="23157"/>
                  <a:pt x="1284405" y="18288"/>
                </a:cubicBezTo>
                <a:cubicBezTo>
                  <a:pt x="952355" y="13419"/>
                  <a:pt x="783530" y="16053"/>
                  <a:pt x="577052" y="18288"/>
                </a:cubicBezTo>
                <a:cubicBezTo>
                  <a:pt x="370574" y="20523"/>
                  <a:pt x="173929" y="5195"/>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
            <a:extLst>
              <a:ext uri="{FF2B5EF4-FFF2-40B4-BE49-F238E27FC236}">
                <a16:creationId xmlns:a16="http://schemas.microsoft.com/office/drawing/2014/main" id="{9B6E8B37-BE7E-09AF-81A2-43DBFC54670A}"/>
              </a:ext>
            </a:extLst>
          </p:cNvPr>
          <p:cNvSpPr>
            <a:spLocks noGrp="1" noChangeArrowheads="1"/>
          </p:cNvSpPr>
          <p:nvPr>
            <p:ph idx="1"/>
          </p:nvPr>
        </p:nvSpPr>
        <p:spPr bwMode="auto">
          <a:xfrm>
            <a:off x="612648" y="2504819"/>
            <a:ext cx="6986016" cy="3672144"/>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eaLnBrk="0" fontAlgn="base" hangingPunct="0">
              <a:spcBef>
                <a:spcPct val="0"/>
              </a:spcBef>
              <a:spcAft>
                <a:spcPts val="600"/>
              </a:spcAft>
            </a:pP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Dataset</a:t>
            </a: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 IMDb movie reviews dataset with </a:t>
            </a: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2500 labeled samples</a:t>
            </a:r>
            <a:endPar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Sentiment Distribution</a:t>
            </a: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 Balanced — </a:t>
            </a: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1266 positive</a:t>
            </a: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 </a:t>
            </a: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1234 negative</a:t>
            </a:r>
            <a:endPar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Preprocessing Steps</a:t>
            </a: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a:t>
            </a:r>
          </a:p>
          <a:p>
            <a:pPr lvl="1" eaLnBrk="0" fontAlgn="base" hangingPunct="0">
              <a:spcBef>
                <a:spcPct val="0"/>
              </a:spcBef>
              <a:spcAft>
                <a:spcPts val="600"/>
              </a:spcAft>
            </a:pP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Removed HTML tags using BeautifulSoup</a:t>
            </a:r>
          </a:p>
          <a:p>
            <a:pPr lvl="1" eaLnBrk="0" fontAlgn="base" hangingPunct="0">
              <a:spcBef>
                <a:spcPct val="0"/>
              </a:spcBef>
              <a:spcAft>
                <a:spcPts val="600"/>
              </a:spcAft>
            </a:pP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Lowercased and cleaned non-alphabetic characters</a:t>
            </a:r>
          </a:p>
          <a:p>
            <a:pPr lvl="1" eaLnBrk="0" fontAlgn="base" hangingPunct="0">
              <a:spcBef>
                <a:spcPct val="0"/>
              </a:spcBef>
              <a:spcAft>
                <a:spcPts val="600"/>
              </a:spcAft>
            </a:pP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Converted sentiment labels: </a:t>
            </a: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positive → 1</a:t>
            </a: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 </a:t>
            </a: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negative → 0</a:t>
            </a:r>
            <a:endPar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Vectorization</a:t>
            </a: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a:t>
            </a:r>
          </a:p>
          <a:p>
            <a:pPr lvl="1" eaLnBrk="0" fontAlgn="base" hangingPunct="0">
              <a:spcBef>
                <a:spcPct val="0"/>
              </a:spcBef>
              <a:spcAft>
                <a:spcPts val="600"/>
              </a:spcAft>
            </a:pP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Used </a:t>
            </a: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TF-IDF</a:t>
            </a: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 for Logistic Regression and SVC</a:t>
            </a:r>
          </a:p>
          <a:p>
            <a:pPr lvl="1" eaLnBrk="0" fontAlgn="base" hangingPunct="0">
              <a:spcBef>
                <a:spcPct val="0"/>
              </a:spcBef>
              <a:spcAft>
                <a:spcPts val="600"/>
              </a:spcAft>
            </a:pP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Used </a:t>
            </a: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tokenization</a:t>
            </a: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 for BERT and LSTM</a:t>
            </a:r>
          </a:p>
          <a:p>
            <a:pPr eaLnBrk="0" fontAlgn="base" hangingPunct="0">
              <a:spcBef>
                <a:spcPct val="0"/>
              </a:spcBef>
              <a:spcAft>
                <a:spcPts val="600"/>
              </a:spcAft>
            </a:pPr>
            <a:r>
              <a:rPr kumimoji="0" lang="en-US" altLang="en-US" sz="1700" b="1" i="0" u="none" strike="noStrike" cap="none" normalizeH="0" baseline="0">
                <a:ln>
                  <a:noFill/>
                </a:ln>
                <a:effectLst/>
                <a:latin typeface="Times New Roman" panose="02020603050405020304" pitchFamily="18" charset="0"/>
                <a:cs typeface="Times New Roman" panose="02020603050405020304" pitchFamily="18" charset="0"/>
              </a:rPr>
              <a:t>Train/Test Split</a:t>
            </a:r>
            <a:r>
              <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rPr>
              <a:t>: 80/20 stratified split (2000 train / 500 test)</a:t>
            </a:r>
          </a:p>
          <a:p>
            <a:pPr marL="0" marR="0" lvl="0" indent="0" defTabSz="914400" rtl="0" eaLnBrk="0" fontAlgn="base" latinLnBrk="0" hangingPunct="0">
              <a:spcBef>
                <a:spcPct val="0"/>
              </a:spcBef>
              <a:spcAft>
                <a:spcPts val="600"/>
              </a:spcAft>
              <a:buClrTx/>
              <a:buSzTx/>
              <a:buFontTx/>
              <a:buChar char="•"/>
              <a:tabLst/>
            </a:pPr>
            <a:endParaRPr kumimoji="0" lang="en-US" altLang="en-US" sz="1700" b="0" i="0" u="none" strike="noStrike" cap="none" normalizeH="0" baseline="0">
              <a:ln>
                <a:noFill/>
              </a:ln>
              <a:effectLst/>
              <a:latin typeface="Times New Roman" panose="02020603050405020304" pitchFamily="18" charset="0"/>
              <a:cs typeface="Times New Roman" panose="02020603050405020304" pitchFamily="18" charset="0"/>
            </a:endParaRPr>
          </a:p>
        </p:txBody>
      </p:sp>
      <p:pic>
        <p:nvPicPr>
          <p:cNvPr id="4" name="Picture 3" descr="A screenshot of a computer&#10;&#10;AI-generated content may be incorrect.">
            <a:extLst>
              <a:ext uri="{FF2B5EF4-FFF2-40B4-BE49-F238E27FC236}">
                <a16:creationId xmlns:a16="http://schemas.microsoft.com/office/drawing/2014/main" id="{756F1B83-674C-B4B7-8103-E7CA10A32A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96133" y="2310086"/>
            <a:ext cx="2700314" cy="1890220"/>
          </a:xfrm>
          <a:prstGeom prst="rect">
            <a:avLst/>
          </a:prstGeom>
        </p:spPr>
      </p:pic>
      <p:pic>
        <p:nvPicPr>
          <p:cNvPr id="9" name="Picture 8" descr="A black screen with white text&#10;&#10;AI-generated content may be incorrect.">
            <a:extLst>
              <a:ext uri="{FF2B5EF4-FFF2-40B4-BE49-F238E27FC236}">
                <a16:creationId xmlns:a16="http://schemas.microsoft.com/office/drawing/2014/main" id="{E7E9C914-12ED-75D8-32F5-419142D445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1136" y="4930552"/>
            <a:ext cx="3530309" cy="745478"/>
          </a:xfrm>
          <a:prstGeom prst="rect">
            <a:avLst/>
          </a:prstGeom>
        </p:spPr>
      </p:pic>
    </p:spTree>
    <p:extLst>
      <p:ext uri="{BB962C8B-B14F-4D97-AF65-F5344CB8AC3E}">
        <p14:creationId xmlns:p14="http://schemas.microsoft.com/office/powerpoint/2010/main" val="7798981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 name="Rectangle 46">
            <a:extLst>
              <a:ext uri="{FF2B5EF4-FFF2-40B4-BE49-F238E27FC236}">
                <a16:creationId xmlns:a16="http://schemas.microsoft.com/office/drawing/2014/main" id="{F821940F-7A1D-4ACC-85B4-A932898AB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Freeform: Shape 48">
            <a:extLst>
              <a:ext uri="{FF2B5EF4-FFF2-40B4-BE49-F238E27FC236}">
                <a16:creationId xmlns:a16="http://schemas.microsoft.com/office/drawing/2014/main" id="{16674508-81D3-48CF-96BF-7FC60EAA57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741994" cy="6858000"/>
          </a:xfrm>
          <a:custGeom>
            <a:avLst/>
            <a:gdLst>
              <a:gd name="connsiteX0" fmla="*/ 0 w 6568309"/>
              <a:gd name="connsiteY0" fmla="*/ 0 h 6858000"/>
              <a:gd name="connsiteX1" fmla="*/ 362841 w 6568309"/>
              <a:gd name="connsiteY1" fmla="*/ 0 h 6858000"/>
              <a:gd name="connsiteX2" fmla="*/ 523269 w 6568309"/>
              <a:gd name="connsiteY2" fmla="*/ 0 h 6858000"/>
              <a:gd name="connsiteX3" fmla="*/ 1343025 w 6568309"/>
              <a:gd name="connsiteY3" fmla="*/ 0 h 6858000"/>
              <a:gd name="connsiteX4" fmla="*/ 1705866 w 6568309"/>
              <a:gd name="connsiteY4" fmla="*/ 0 h 6858000"/>
              <a:gd name="connsiteX5" fmla="*/ 1866294 w 6568309"/>
              <a:gd name="connsiteY5" fmla="*/ 0 h 6858000"/>
              <a:gd name="connsiteX6" fmla="*/ 5225154 w 6568309"/>
              <a:gd name="connsiteY6" fmla="*/ 0 h 6858000"/>
              <a:gd name="connsiteX7" fmla="*/ 6568179 w 6568309"/>
              <a:gd name="connsiteY7" fmla="*/ 0 h 6858000"/>
              <a:gd name="connsiteX8" fmla="*/ 6568309 w 6568309"/>
              <a:gd name="connsiteY8" fmla="*/ 1 h 6858000"/>
              <a:gd name="connsiteX9" fmla="*/ 6562951 w 6568309"/>
              <a:gd name="connsiteY9" fmla="*/ 30700 h 6858000"/>
              <a:gd name="connsiteX10" fmla="*/ 6547446 w 6568309"/>
              <a:gd name="connsiteY10" fmla="*/ 310025 h 6858000"/>
              <a:gd name="connsiteX11" fmla="*/ 6558316 w 6568309"/>
              <a:gd name="connsiteY11" fmla="*/ 443960 h 6858000"/>
              <a:gd name="connsiteX12" fmla="*/ 6528896 w 6568309"/>
              <a:gd name="connsiteY12" fmla="*/ 642659 h 6858000"/>
              <a:gd name="connsiteX13" fmla="*/ 6523095 w 6568309"/>
              <a:gd name="connsiteY13" fmla="*/ 673307 h 6858000"/>
              <a:gd name="connsiteX14" fmla="*/ 6496169 w 6568309"/>
              <a:gd name="connsiteY14" fmla="*/ 839641 h 6858000"/>
              <a:gd name="connsiteX15" fmla="*/ 6450789 w 6568309"/>
              <a:gd name="connsiteY15" fmla="*/ 958357 h 6858000"/>
              <a:gd name="connsiteX16" fmla="*/ 6453996 w 6568309"/>
              <a:gd name="connsiteY16" fmla="*/ 963398 h 6858000"/>
              <a:gd name="connsiteX17" fmla="*/ 6419467 w 6568309"/>
              <a:gd name="connsiteY17" fmla="*/ 1117169 h 6858000"/>
              <a:gd name="connsiteX18" fmla="*/ 6417348 w 6568309"/>
              <a:gd name="connsiteY18" fmla="*/ 1144352 h 6858000"/>
              <a:gd name="connsiteX19" fmla="*/ 6418473 w 6568309"/>
              <a:gd name="connsiteY19" fmla="*/ 1164484 h 6858000"/>
              <a:gd name="connsiteX20" fmla="*/ 6406979 w 6568309"/>
              <a:gd name="connsiteY20" fmla="*/ 1213829 h 6858000"/>
              <a:gd name="connsiteX21" fmla="*/ 6381928 w 6568309"/>
              <a:gd name="connsiteY21" fmla="*/ 1294823 h 6858000"/>
              <a:gd name="connsiteX22" fmla="*/ 6377948 w 6568309"/>
              <a:gd name="connsiteY22" fmla="*/ 1312193 h 6858000"/>
              <a:gd name="connsiteX23" fmla="*/ 6379894 w 6568309"/>
              <a:gd name="connsiteY23" fmla="*/ 1327626 h 6858000"/>
              <a:gd name="connsiteX24" fmla="*/ 6385024 w 6568309"/>
              <a:gd name="connsiteY24" fmla="*/ 1331644 h 6858000"/>
              <a:gd name="connsiteX25" fmla="*/ 6383696 w 6568309"/>
              <a:gd name="connsiteY25" fmla="*/ 1341276 h 6858000"/>
              <a:gd name="connsiteX26" fmla="*/ 6384464 w 6568309"/>
              <a:gd name="connsiteY26" fmla="*/ 1343945 h 6858000"/>
              <a:gd name="connsiteX27" fmla="*/ 6387748 w 6568309"/>
              <a:gd name="connsiteY27" fmla="*/ 1359134 h 6858000"/>
              <a:gd name="connsiteX28" fmla="*/ 6364157 w 6568309"/>
              <a:gd name="connsiteY28" fmla="*/ 1427803 h 6858000"/>
              <a:gd name="connsiteX29" fmla="*/ 6335874 w 6568309"/>
              <a:gd name="connsiteY29" fmla="*/ 1540278 h 6858000"/>
              <a:gd name="connsiteX30" fmla="*/ 6331892 w 6568309"/>
              <a:gd name="connsiteY30" fmla="*/ 1547262 h 6858000"/>
              <a:gd name="connsiteX31" fmla="*/ 6332744 w 6568309"/>
              <a:gd name="connsiteY31" fmla="*/ 1577056 h 6858000"/>
              <a:gd name="connsiteX32" fmla="*/ 6333604 w 6568309"/>
              <a:gd name="connsiteY32" fmla="*/ 1595898 h 6858000"/>
              <a:gd name="connsiteX33" fmla="*/ 6324749 w 6568309"/>
              <a:gd name="connsiteY33" fmla="*/ 1703726 h 6858000"/>
              <a:gd name="connsiteX34" fmla="*/ 6329594 w 6568309"/>
              <a:gd name="connsiteY34" fmla="*/ 1809535 h 6858000"/>
              <a:gd name="connsiteX35" fmla="*/ 6329062 w 6568309"/>
              <a:gd name="connsiteY35" fmla="*/ 2018310 h 6858000"/>
              <a:gd name="connsiteX36" fmla="*/ 6321735 w 6568309"/>
              <a:gd name="connsiteY36" fmla="*/ 2071355 h 6858000"/>
              <a:gd name="connsiteX37" fmla="*/ 6322678 w 6568309"/>
              <a:gd name="connsiteY37" fmla="*/ 2141166 h 6858000"/>
              <a:gd name="connsiteX38" fmla="*/ 6321340 w 6568309"/>
              <a:gd name="connsiteY38" fmla="*/ 2154548 h 6858000"/>
              <a:gd name="connsiteX39" fmla="*/ 6316582 w 6568309"/>
              <a:gd name="connsiteY39" fmla="*/ 2158153 h 6858000"/>
              <a:gd name="connsiteX40" fmla="*/ 6311428 w 6568309"/>
              <a:gd name="connsiteY40" fmla="*/ 2178174 h 6858000"/>
              <a:gd name="connsiteX41" fmla="*/ 6310192 w 6568309"/>
              <a:gd name="connsiteY41" fmla="*/ 2202858 h 6858000"/>
              <a:gd name="connsiteX42" fmla="*/ 6309211 w 6568309"/>
              <a:gd name="connsiteY42" fmla="*/ 2320214 h 6858000"/>
              <a:gd name="connsiteX43" fmla="*/ 6300151 w 6568309"/>
              <a:gd name="connsiteY43" fmla="*/ 2417011 h 6858000"/>
              <a:gd name="connsiteX44" fmla="*/ 6295176 w 6568309"/>
              <a:gd name="connsiteY44" fmla="*/ 2454207 h 6858000"/>
              <a:gd name="connsiteX45" fmla="*/ 6293727 w 6568309"/>
              <a:gd name="connsiteY45" fmla="*/ 2487203 h 6858000"/>
              <a:gd name="connsiteX46" fmla="*/ 6285477 w 6568309"/>
              <a:gd name="connsiteY46" fmla="*/ 2512282 h 6858000"/>
              <a:gd name="connsiteX47" fmla="*/ 6286205 w 6568309"/>
              <a:gd name="connsiteY47" fmla="*/ 2514318 h 6858000"/>
              <a:gd name="connsiteX48" fmla="*/ 6304629 w 6568309"/>
              <a:gd name="connsiteY48" fmla="*/ 2574334 h 6858000"/>
              <a:gd name="connsiteX49" fmla="*/ 6303842 w 6568309"/>
              <a:gd name="connsiteY49" fmla="*/ 2579877 h 6858000"/>
              <a:gd name="connsiteX50" fmla="*/ 6303953 w 6568309"/>
              <a:gd name="connsiteY50" fmla="*/ 2608928 h 6858000"/>
              <a:gd name="connsiteX51" fmla="*/ 6303530 w 6568309"/>
              <a:gd name="connsiteY51" fmla="*/ 2613111 h 6858000"/>
              <a:gd name="connsiteX52" fmla="*/ 6297474 w 6568309"/>
              <a:gd name="connsiteY52" fmla="*/ 2621996 h 6858000"/>
              <a:gd name="connsiteX53" fmla="*/ 6299263 w 6568309"/>
              <a:gd name="connsiteY53" fmla="*/ 2634265 h 6858000"/>
              <a:gd name="connsiteX54" fmla="*/ 6293065 w 6568309"/>
              <a:gd name="connsiteY54" fmla="*/ 2647237 h 6858000"/>
              <a:gd name="connsiteX55" fmla="*/ 6297496 w 6568309"/>
              <a:gd name="connsiteY55" fmla="*/ 2650786 h 6858000"/>
              <a:gd name="connsiteX56" fmla="*/ 6301708 w 6568309"/>
              <a:gd name="connsiteY56" fmla="*/ 2661993 h 6858000"/>
              <a:gd name="connsiteX57" fmla="*/ 6295884 w 6568309"/>
              <a:gd name="connsiteY57" fmla="*/ 2670949 h 6858000"/>
              <a:gd name="connsiteX58" fmla="*/ 6291714 w 6568309"/>
              <a:gd name="connsiteY58" fmla="*/ 2690255 h 6858000"/>
              <a:gd name="connsiteX59" fmla="*/ 6292327 w 6568309"/>
              <a:gd name="connsiteY59" fmla="*/ 2695683 h 6858000"/>
              <a:gd name="connsiteX60" fmla="*/ 6284410 w 6568309"/>
              <a:gd name="connsiteY60" fmla="*/ 2713964 h 6858000"/>
              <a:gd name="connsiteX61" fmla="*/ 6280410 w 6568309"/>
              <a:gd name="connsiteY61" fmla="*/ 2730175 h 6858000"/>
              <a:gd name="connsiteX62" fmla="*/ 6288082 w 6568309"/>
              <a:gd name="connsiteY62" fmla="*/ 2763497 h 6858000"/>
              <a:gd name="connsiteX63" fmla="*/ 6260924 w 6568309"/>
              <a:gd name="connsiteY63" fmla="*/ 3051539 h 6858000"/>
              <a:gd name="connsiteX64" fmla="*/ 6210151 w 6568309"/>
              <a:gd name="connsiteY64" fmla="*/ 3335396 h 6858000"/>
              <a:gd name="connsiteX65" fmla="*/ 6212034 w 6568309"/>
              <a:gd name="connsiteY65" fmla="*/ 3456509 h 6858000"/>
              <a:gd name="connsiteX66" fmla="*/ 6197490 w 6568309"/>
              <a:gd name="connsiteY66" fmla="*/ 3531827 h 6858000"/>
              <a:gd name="connsiteX67" fmla="*/ 6208018 w 6568309"/>
              <a:gd name="connsiteY67" fmla="*/ 3570877 h 6858000"/>
              <a:gd name="connsiteX68" fmla="*/ 6205920 w 6568309"/>
              <a:gd name="connsiteY68" fmla="*/ 3583849 h 6858000"/>
              <a:gd name="connsiteX69" fmla="*/ 6199616 w 6568309"/>
              <a:gd name="connsiteY69" fmla="*/ 3592763 h 6858000"/>
              <a:gd name="connsiteX70" fmla="*/ 6181288 w 6568309"/>
              <a:gd name="connsiteY70" fmla="*/ 3653485 h 6858000"/>
              <a:gd name="connsiteX71" fmla="*/ 6175963 w 6568309"/>
              <a:gd name="connsiteY71" fmla="*/ 3670528 h 6858000"/>
              <a:gd name="connsiteX72" fmla="*/ 6176722 w 6568309"/>
              <a:gd name="connsiteY72" fmla="*/ 3685990 h 6858000"/>
              <a:gd name="connsiteX73" fmla="*/ 6181549 w 6568309"/>
              <a:gd name="connsiteY73" fmla="*/ 3690283 h 6858000"/>
              <a:gd name="connsiteX74" fmla="*/ 6179476 w 6568309"/>
              <a:gd name="connsiteY74" fmla="*/ 3699787 h 6858000"/>
              <a:gd name="connsiteX75" fmla="*/ 6180040 w 6568309"/>
              <a:gd name="connsiteY75" fmla="*/ 3702486 h 6858000"/>
              <a:gd name="connsiteX76" fmla="*/ 6182155 w 6568309"/>
              <a:gd name="connsiteY76" fmla="*/ 3717784 h 6858000"/>
              <a:gd name="connsiteX77" fmla="*/ 6158980 w 6568309"/>
              <a:gd name="connsiteY77" fmla="*/ 3746229 h 6858000"/>
              <a:gd name="connsiteX78" fmla="*/ 6096049 w 6568309"/>
              <a:gd name="connsiteY78" fmla="*/ 3924910 h 6858000"/>
              <a:gd name="connsiteX79" fmla="*/ 6069712 w 6568309"/>
              <a:gd name="connsiteY79" fmla="*/ 3989353 h 6858000"/>
              <a:gd name="connsiteX80" fmla="*/ 6067330 w 6568309"/>
              <a:gd name="connsiteY80" fmla="*/ 4033899 h 6858000"/>
              <a:gd name="connsiteX81" fmla="*/ 6061081 w 6568309"/>
              <a:gd name="connsiteY81" fmla="*/ 4142250 h 6858000"/>
              <a:gd name="connsiteX82" fmla="*/ 6042858 w 6568309"/>
              <a:gd name="connsiteY82" fmla="*/ 4329442 h 6858000"/>
              <a:gd name="connsiteX83" fmla="*/ 6034182 w 6568309"/>
              <a:gd name="connsiteY83" fmla="*/ 4456184 h 6858000"/>
              <a:gd name="connsiteX84" fmla="*/ 6029178 w 6568309"/>
              <a:gd name="connsiteY84" fmla="*/ 4468478 h 6858000"/>
              <a:gd name="connsiteX85" fmla="*/ 6029974 w 6568309"/>
              <a:gd name="connsiteY85" fmla="*/ 4469862 h 6858000"/>
              <a:gd name="connsiteX86" fmla="*/ 6028340 w 6568309"/>
              <a:gd name="connsiteY86" fmla="*/ 4483797 h 6858000"/>
              <a:gd name="connsiteX87" fmla="*/ 6025168 w 6568309"/>
              <a:gd name="connsiteY87" fmla="*/ 4487091 h 6858000"/>
              <a:gd name="connsiteX88" fmla="*/ 6023164 w 6568309"/>
              <a:gd name="connsiteY88" fmla="*/ 4496728 h 6858000"/>
              <a:gd name="connsiteX89" fmla="*/ 6016839 w 6568309"/>
              <a:gd name="connsiteY89" fmla="*/ 4515918 h 6858000"/>
              <a:gd name="connsiteX90" fmla="*/ 6017886 w 6568309"/>
              <a:gd name="connsiteY90" fmla="*/ 4519316 h 6858000"/>
              <a:gd name="connsiteX91" fmla="*/ 6011819 w 6568309"/>
              <a:gd name="connsiteY91" fmla="*/ 4547957 h 6858000"/>
              <a:gd name="connsiteX92" fmla="*/ 6012791 w 6568309"/>
              <a:gd name="connsiteY92" fmla="*/ 4548262 h 6858000"/>
              <a:gd name="connsiteX93" fmla="*/ 6015703 w 6568309"/>
              <a:gd name="connsiteY93" fmla="*/ 4555939 h 6858000"/>
              <a:gd name="connsiteX94" fmla="*/ 6018854 w 6568309"/>
              <a:gd name="connsiteY94" fmla="*/ 4570815 h 6858000"/>
              <a:gd name="connsiteX95" fmla="*/ 6033000 w 6568309"/>
              <a:gd name="connsiteY95" fmla="*/ 4633846 h 6858000"/>
              <a:gd name="connsiteX96" fmla="*/ 6032325 w 6568309"/>
              <a:gd name="connsiteY96" fmla="*/ 4639816 h 6858000"/>
              <a:gd name="connsiteX97" fmla="*/ 6032549 w 6568309"/>
              <a:gd name="connsiteY97" fmla="*/ 4639923 h 6858000"/>
              <a:gd name="connsiteX98" fmla="*/ 6032309 w 6568309"/>
              <a:gd name="connsiteY98" fmla="*/ 4646192 h 6858000"/>
              <a:gd name="connsiteX99" fmla="*/ 6031095 w 6568309"/>
              <a:gd name="connsiteY99" fmla="*/ 4650706 h 6858000"/>
              <a:gd name="connsiteX100" fmla="*/ 6029786 w 6568309"/>
              <a:gd name="connsiteY100" fmla="*/ 4662290 h 6858000"/>
              <a:gd name="connsiteX101" fmla="*/ 6030911 w 6568309"/>
              <a:gd name="connsiteY101" fmla="*/ 4666180 h 6858000"/>
              <a:gd name="connsiteX102" fmla="*/ 6033630 w 6568309"/>
              <a:gd name="connsiteY102" fmla="*/ 4667585 h 6858000"/>
              <a:gd name="connsiteX103" fmla="*/ 6033189 w 6568309"/>
              <a:gd name="connsiteY103" fmla="*/ 4668660 h 6858000"/>
              <a:gd name="connsiteX104" fmla="*/ 6038764 w 6568309"/>
              <a:gd name="connsiteY104" fmla="*/ 4689807 h 6858000"/>
              <a:gd name="connsiteX105" fmla="*/ 6042217 w 6568309"/>
              <a:gd name="connsiteY105" fmla="*/ 4737890 h 6858000"/>
              <a:gd name="connsiteX106" fmla="*/ 6040543 w 6568309"/>
              <a:gd name="connsiteY106" fmla="*/ 4765657 h 6858000"/>
              <a:gd name="connsiteX107" fmla="*/ 6039956 w 6568309"/>
              <a:gd name="connsiteY107" fmla="*/ 4841463 h 6858000"/>
              <a:gd name="connsiteX108" fmla="*/ 6057123 w 6568309"/>
              <a:gd name="connsiteY108" fmla="*/ 4969863 h 6858000"/>
              <a:gd name="connsiteX109" fmla="*/ 6055039 w 6568309"/>
              <a:gd name="connsiteY109" fmla="*/ 4974028 h 6858000"/>
              <a:gd name="connsiteX110" fmla="*/ 6053462 w 6568309"/>
              <a:gd name="connsiteY110" fmla="*/ 4980318 h 6858000"/>
              <a:gd name="connsiteX111" fmla="*/ 6053643 w 6568309"/>
              <a:gd name="connsiteY111" fmla="*/ 4980501 h 6858000"/>
              <a:gd name="connsiteX112" fmla="*/ 6051733 w 6568309"/>
              <a:gd name="connsiteY112" fmla="*/ 4986338 h 6858000"/>
              <a:gd name="connsiteX113" fmla="*/ 6049602 w 6568309"/>
              <a:gd name="connsiteY113" fmla="*/ 4991296 h 6858000"/>
              <a:gd name="connsiteX114" fmla="*/ 6075165 w 6568309"/>
              <a:gd name="connsiteY114" fmla="*/ 5076895 h 6858000"/>
              <a:gd name="connsiteX115" fmla="*/ 6073751 w 6568309"/>
              <a:gd name="connsiteY115" fmla="*/ 5081568 h 6858000"/>
              <a:gd name="connsiteX116" fmla="*/ 6073150 w 6568309"/>
              <a:gd name="connsiteY116" fmla="*/ 5088173 h 6858000"/>
              <a:gd name="connsiteX117" fmla="*/ 6073355 w 6568309"/>
              <a:gd name="connsiteY117" fmla="*/ 5088300 h 6858000"/>
              <a:gd name="connsiteX118" fmla="*/ 6072362 w 6568309"/>
              <a:gd name="connsiteY118" fmla="*/ 5094558 h 6858000"/>
              <a:gd name="connsiteX119" fmla="*/ 6064726 w 6568309"/>
              <a:gd name="connsiteY119" fmla="*/ 5125620 h 6858000"/>
              <a:gd name="connsiteX120" fmla="*/ 6065415 w 6568309"/>
              <a:gd name="connsiteY120" fmla="*/ 5268004 h 6858000"/>
              <a:gd name="connsiteX121" fmla="*/ 6066081 w 6568309"/>
              <a:gd name="connsiteY121" fmla="*/ 5269530 h 6858000"/>
              <a:gd name="connsiteX122" fmla="*/ 6043407 w 6568309"/>
              <a:gd name="connsiteY122" fmla="*/ 5390941 h 6858000"/>
              <a:gd name="connsiteX123" fmla="*/ 6025377 w 6568309"/>
              <a:gd name="connsiteY123" fmla="*/ 5539927 h 6858000"/>
              <a:gd name="connsiteX124" fmla="*/ 6010052 w 6568309"/>
              <a:gd name="connsiteY124" fmla="*/ 5791594 h 6858000"/>
              <a:gd name="connsiteX125" fmla="*/ 5994220 w 6568309"/>
              <a:gd name="connsiteY125" fmla="*/ 5855206 h 6858000"/>
              <a:gd name="connsiteX126" fmla="*/ 5982580 w 6568309"/>
              <a:gd name="connsiteY126" fmla="*/ 5873582 h 6858000"/>
              <a:gd name="connsiteX127" fmla="*/ 5983608 w 6568309"/>
              <a:gd name="connsiteY127" fmla="*/ 5876037 h 6858000"/>
              <a:gd name="connsiteX128" fmla="*/ 5983535 w 6568309"/>
              <a:gd name="connsiteY128" fmla="*/ 5886534 h 6858000"/>
              <a:gd name="connsiteX129" fmla="*/ 5988737 w 6568309"/>
              <a:gd name="connsiteY129" fmla="*/ 5888644 h 6858000"/>
              <a:gd name="connsiteX130" fmla="*/ 5992371 w 6568309"/>
              <a:gd name="connsiteY130" fmla="*/ 5903832 h 6858000"/>
              <a:gd name="connsiteX131" fmla="*/ 5990780 w 6568309"/>
              <a:gd name="connsiteY131" fmla="*/ 5923391 h 6858000"/>
              <a:gd name="connsiteX132" fmla="*/ 5993870 w 6568309"/>
              <a:gd name="connsiteY132" fmla="*/ 6013205 h 6858000"/>
              <a:gd name="connsiteX133" fmla="*/ 5997673 w 6568309"/>
              <a:gd name="connsiteY133" fmla="*/ 6074018 h 6858000"/>
              <a:gd name="connsiteX134" fmla="*/ 6014840 w 6568309"/>
              <a:gd name="connsiteY134" fmla="*/ 6130837 h 6858000"/>
              <a:gd name="connsiteX135" fmla="*/ 6010704 w 6568309"/>
              <a:gd name="connsiteY135" fmla="*/ 6152982 h 6858000"/>
              <a:gd name="connsiteX136" fmla="*/ 6038294 w 6568309"/>
              <a:gd name="connsiteY136" fmla="*/ 6221100 h 6858000"/>
              <a:gd name="connsiteX137" fmla="*/ 6052331 w 6568309"/>
              <a:gd name="connsiteY137" fmla="*/ 6287550 h 6858000"/>
              <a:gd name="connsiteX138" fmla="*/ 6074143 w 6568309"/>
              <a:gd name="connsiteY138" fmla="*/ 6401595 h 6858000"/>
              <a:gd name="connsiteX139" fmla="*/ 6060199 w 6568309"/>
              <a:gd name="connsiteY139" fmla="*/ 6487110 h 6858000"/>
              <a:gd name="connsiteX140" fmla="*/ 6081156 w 6568309"/>
              <a:gd name="connsiteY140" fmla="*/ 6588589 h 6858000"/>
              <a:gd name="connsiteX141" fmla="*/ 6114944 w 6568309"/>
              <a:gd name="connsiteY141" fmla="*/ 6769963 h 6858000"/>
              <a:gd name="connsiteX142" fmla="*/ 6128950 w 6568309"/>
              <a:gd name="connsiteY142" fmla="*/ 6835814 h 6858000"/>
              <a:gd name="connsiteX143" fmla="*/ 6132536 w 6568309"/>
              <a:gd name="connsiteY143" fmla="*/ 6858000 h 6858000"/>
              <a:gd name="connsiteX144" fmla="*/ 4789511 w 6568309"/>
              <a:gd name="connsiteY144" fmla="*/ 6858000 h 6858000"/>
              <a:gd name="connsiteX145" fmla="*/ 1866294 w 6568309"/>
              <a:gd name="connsiteY145" fmla="*/ 6858000 h 6858000"/>
              <a:gd name="connsiteX146" fmla="*/ 1705866 w 6568309"/>
              <a:gd name="connsiteY146" fmla="*/ 6858000 h 6858000"/>
              <a:gd name="connsiteX147" fmla="*/ 1343025 w 6568309"/>
              <a:gd name="connsiteY147" fmla="*/ 6858000 h 6858000"/>
              <a:gd name="connsiteX148" fmla="*/ 523269 w 6568309"/>
              <a:gd name="connsiteY148" fmla="*/ 6858000 h 6858000"/>
              <a:gd name="connsiteX149" fmla="*/ 362841 w 6568309"/>
              <a:gd name="connsiteY149" fmla="*/ 6858000 h 6858000"/>
              <a:gd name="connsiteX150" fmla="*/ 0 w 6568309"/>
              <a:gd name="connsiteY15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6568309" h="6858000">
                <a:moveTo>
                  <a:pt x="0" y="0"/>
                </a:moveTo>
                <a:lnTo>
                  <a:pt x="362841" y="0"/>
                </a:lnTo>
                <a:lnTo>
                  <a:pt x="523269" y="0"/>
                </a:lnTo>
                <a:lnTo>
                  <a:pt x="1343025" y="0"/>
                </a:lnTo>
                <a:lnTo>
                  <a:pt x="1705866" y="0"/>
                </a:lnTo>
                <a:lnTo>
                  <a:pt x="1866294" y="0"/>
                </a:lnTo>
                <a:lnTo>
                  <a:pt x="5225154" y="0"/>
                </a:lnTo>
                <a:lnTo>
                  <a:pt x="6568179" y="0"/>
                </a:lnTo>
                <a:lnTo>
                  <a:pt x="6568309" y="1"/>
                </a:lnTo>
                <a:lnTo>
                  <a:pt x="6562951" y="30700"/>
                </a:lnTo>
                <a:cubicBezTo>
                  <a:pt x="6559126" y="84364"/>
                  <a:pt x="6548218" y="241149"/>
                  <a:pt x="6547446" y="310025"/>
                </a:cubicBezTo>
                <a:cubicBezTo>
                  <a:pt x="6550151" y="367544"/>
                  <a:pt x="6557712" y="408251"/>
                  <a:pt x="6558316" y="443960"/>
                </a:cubicBezTo>
                <a:cubicBezTo>
                  <a:pt x="6555224" y="499397"/>
                  <a:pt x="6534767" y="604434"/>
                  <a:pt x="6528896" y="642659"/>
                </a:cubicBezTo>
                <a:cubicBezTo>
                  <a:pt x="6535204" y="657287"/>
                  <a:pt x="6515365" y="658191"/>
                  <a:pt x="6523095" y="673307"/>
                </a:cubicBezTo>
                <a:cubicBezTo>
                  <a:pt x="6523388" y="693769"/>
                  <a:pt x="6506868" y="797295"/>
                  <a:pt x="6496169" y="839641"/>
                </a:cubicBezTo>
                <a:cubicBezTo>
                  <a:pt x="6484119" y="887148"/>
                  <a:pt x="6457817" y="937731"/>
                  <a:pt x="6450789" y="958357"/>
                </a:cubicBezTo>
                <a:cubicBezTo>
                  <a:pt x="6443760" y="978983"/>
                  <a:pt x="6459217" y="936930"/>
                  <a:pt x="6453996" y="963398"/>
                </a:cubicBezTo>
                <a:cubicBezTo>
                  <a:pt x="6448777" y="989867"/>
                  <a:pt x="6425575" y="1087010"/>
                  <a:pt x="6419467" y="1117169"/>
                </a:cubicBezTo>
                <a:cubicBezTo>
                  <a:pt x="6431540" y="1118586"/>
                  <a:pt x="6409651" y="1135372"/>
                  <a:pt x="6417348" y="1144352"/>
                </a:cubicBezTo>
                <a:cubicBezTo>
                  <a:pt x="6424109" y="1150681"/>
                  <a:pt x="6419047" y="1157251"/>
                  <a:pt x="6418473" y="1164484"/>
                </a:cubicBezTo>
                <a:cubicBezTo>
                  <a:pt x="6423767" y="1173524"/>
                  <a:pt x="6413947" y="1205209"/>
                  <a:pt x="6406979" y="1213829"/>
                </a:cubicBezTo>
                <a:cubicBezTo>
                  <a:pt x="6382818" y="1235037"/>
                  <a:pt x="6400452" y="1277327"/>
                  <a:pt x="6381928" y="1294823"/>
                </a:cubicBezTo>
                <a:cubicBezTo>
                  <a:pt x="6379195" y="1300845"/>
                  <a:pt x="6378069" y="1306615"/>
                  <a:pt x="6377948" y="1312193"/>
                </a:cubicBezTo>
                <a:lnTo>
                  <a:pt x="6379894" y="1327626"/>
                </a:lnTo>
                <a:lnTo>
                  <a:pt x="6385024" y="1331644"/>
                </a:lnTo>
                <a:lnTo>
                  <a:pt x="6383696" y="1341276"/>
                </a:lnTo>
                <a:cubicBezTo>
                  <a:pt x="6383952" y="1342166"/>
                  <a:pt x="6384208" y="1343055"/>
                  <a:pt x="6384464" y="1343945"/>
                </a:cubicBezTo>
                <a:cubicBezTo>
                  <a:pt x="6385957" y="1349040"/>
                  <a:pt x="6387253" y="1354080"/>
                  <a:pt x="6387748" y="1359134"/>
                </a:cubicBezTo>
                <a:cubicBezTo>
                  <a:pt x="6384363" y="1373109"/>
                  <a:pt x="6372802" y="1397612"/>
                  <a:pt x="6364157" y="1427803"/>
                </a:cubicBezTo>
                <a:cubicBezTo>
                  <a:pt x="6348141" y="1460349"/>
                  <a:pt x="6348362" y="1505076"/>
                  <a:pt x="6335874" y="1540278"/>
                </a:cubicBezTo>
                <a:lnTo>
                  <a:pt x="6331892" y="1547262"/>
                </a:lnTo>
                <a:lnTo>
                  <a:pt x="6332744" y="1577056"/>
                </a:lnTo>
                <a:cubicBezTo>
                  <a:pt x="6335859" y="1582205"/>
                  <a:pt x="6336674" y="1589568"/>
                  <a:pt x="6333604" y="1595898"/>
                </a:cubicBezTo>
                <a:lnTo>
                  <a:pt x="6324749" y="1703726"/>
                </a:lnTo>
                <a:cubicBezTo>
                  <a:pt x="6324080" y="1739332"/>
                  <a:pt x="6318019" y="1754453"/>
                  <a:pt x="6329594" y="1809535"/>
                </a:cubicBezTo>
                <a:cubicBezTo>
                  <a:pt x="6344930" y="1868036"/>
                  <a:pt x="6323725" y="1952670"/>
                  <a:pt x="6329062" y="2018310"/>
                </a:cubicBezTo>
                <a:cubicBezTo>
                  <a:pt x="6308075" y="2053162"/>
                  <a:pt x="6326925" y="2034561"/>
                  <a:pt x="6321735" y="2071355"/>
                </a:cubicBezTo>
                <a:lnTo>
                  <a:pt x="6322678" y="2141166"/>
                </a:lnTo>
                <a:lnTo>
                  <a:pt x="6321340" y="2154548"/>
                </a:lnTo>
                <a:lnTo>
                  <a:pt x="6316582" y="2158153"/>
                </a:lnTo>
                <a:lnTo>
                  <a:pt x="6311428" y="2178174"/>
                </a:lnTo>
                <a:cubicBezTo>
                  <a:pt x="6310177" y="2185696"/>
                  <a:pt x="6309622" y="2193828"/>
                  <a:pt x="6310192" y="2202858"/>
                </a:cubicBezTo>
                <a:cubicBezTo>
                  <a:pt x="6319667" y="2232772"/>
                  <a:pt x="6296459" y="2283357"/>
                  <a:pt x="6309211" y="2320214"/>
                </a:cubicBezTo>
                <a:cubicBezTo>
                  <a:pt x="6307537" y="2355906"/>
                  <a:pt x="6302490" y="2394678"/>
                  <a:pt x="6300151" y="2417011"/>
                </a:cubicBezTo>
                <a:cubicBezTo>
                  <a:pt x="6292303" y="2426377"/>
                  <a:pt x="6304439" y="2456509"/>
                  <a:pt x="6295176" y="2454207"/>
                </a:cubicBezTo>
                <a:cubicBezTo>
                  <a:pt x="6299335" y="2464947"/>
                  <a:pt x="6297305" y="2476105"/>
                  <a:pt x="6293727" y="2487203"/>
                </a:cubicBezTo>
                <a:lnTo>
                  <a:pt x="6285477" y="2512282"/>
                </a:lnTo>
                <a:cubicBezTo>
                  <a:pt x="6285720" y="2512961"/>
                  <a:pt x="6285962" y="2513640"/>
                  <a:pt x="6286205" y="2514318"/>
                </a:cubicBezTo>
                <a:cubicBezTo>
                  <a:pt x="6292347" y="2534324"/>
                  <a:pt x="6298487" y="2554328"/>
                  <a:pt x="6304629" y="2574334"/>
                </a:cubicBezTo>
                <a:lnTo>
                  <a:pt x="6303842" y="2579877"/>
                </a:lnTo>
                <a:cubicBezTo>
                  <a:pt x="6303729" y="2585644"/>
                  <a:pt x="6304006" y="2603388"/>
                  <a:pt x="6303953" y="2608928"/>
                </a:cubicBezTo>
                <a:lnTo>
                  <a:pt x="6303530" y="2613111"/>
                </a:lnTo>
                <a:lnTo>
                  <a:pt x="6297474" y="2621996"/>
                </a:lnTo>
                <a:lnTo>
                  <a:pt x="6299263" y="2634265"/>
                </a:lnTo>
                <a:lnTo>
                  <a:pt x="6293065" y="2647237"/>
                </a:lnTo>
                <a:cubicBezTo>
                  <a:pt x="6294685" y="2648158"/>
                  <a:pt x="6296180" y="2649356"/>
                  <a:pt x="6297496" y="2650786"/>
                </a:cubicBezTo>
                <a:lnTo>
                  <a:pt x="6301708" y="2661993"/>
                </a:lnTo>
                <a:lnTo>
                  <a:pt x="6295884" y="2670949"/>
                </a:lnTo>
                <a:cubicBezTo>
                  <a:pt x="6304913" y="2672007"/>
                  <a:pt x="6294429" y="2681695"/>
                  <a:pt x="6291714" y="2690255"/>
                </a:cubicBezTo>
                <a:lnTo>
                  <a:pt x="6292327" y="2695683"/>
                </a:lnTo>
                <a:lnTo>
                  <a:pt x="6284410" y="2713964"/>
                </a:lnTo>
                <a:lnTo>
                  <a:pt x="6280410" y="2730175"/>
                </a:lnTo>
                <a:lnTo>
                  <a:pt x="6288082" y="2763497"/>
                </a:lnTo>
                <a:lnTo>
                  <a:pt x="6260924" y="3051539"/>
                </a:lnTo>
                <a:cubicBezTo>
                  <a:pt x="6251455" y="3165645"/>
                  <a:pt x="6222174" y="3216611"/>
                  <a:pt x="6210151" y="3335396"/>
                </a:cubicBezTo>
                <a:lnTo>
                  <a:pt x="6212034" y="3456509"/>
                </a:lnTo>
                <a:lnTo>
                  <a:pt x="6197490" y="3531827"/>
                </a:lnTo>
                <a:lnTo>
                  <a:pt x="6208018" y="3570877"/>
                </a:lnTo>
                <a:lnTo>
                  <a:pt x="6205920" y="3583849"/>
                </a:lnTo>
                <a:lnTo>
                  <a:pt x="6199616" y="3592763"/>
                </a:lnTo>
                <a:cubicBezTo>
                  <a:pt x="6191839" y="3613948"/>
                  <a:pt x="6196204" y="3641245"/>
                  <a:pt x="6181288" y="3653485"/>
                </a:cubicBezTo>
                <a:cubicBezTo>
                  <a:pt x="6178087" y="3659316"/>
                  <a:pt x="6176516" y="3664985"/>
                  <a:pt x="6175963" y="3670528"/>
                </a:cubicBezTo>
                <a:lnTo>
                  <a:pt x="6176722" y="3685990"/>
                </a:lnTo>
                <a:lnTo>
                  <a:pt x="6181549" y="3690283"/>
                </a:lnTo>
                <a:lnTo>
                  <a:pt x="6179476" y="3699787"/>
                </a:lnTo>
                <a:cubicBezTo>
                  <a:pt x="6179664" y="3700686"/>
                  <a:pt x="6179852" y="3701586"/>
                  <a:pt x="6180040" y="3702486"/>
                </a:cubicBezTo>
                <a:cubicBezTo>
                  <a:pt x="6181140" y="3707637"/>
                  <a:pt x="6182047" y="3712728"/>
                  <a:pt x="6182155" y="3717784"/>
                </a:cubicBezTo>
                <a:cubicBezTo>
                  <a:pt x="6156678" y="3711701"/>
                  <a:pt x="6178864" y="3759789"/>
                  <a:pt x="6158980" y="3746229"/>
                </a:cubicBezTo>
                <a:cubicBezTo>
                  <a:pt x="6144630" y="3780750"/>
                  <a:pt x="6117520" y="3867558"/>
                  <a:pt x="6096049" y="3924910"/>
                </a:cubicBezTo>
                <a:lnTo>
                  <a:pt x="6069712" y="3989353"/>
                </a:lnTo>
                <a:lnTo>
                  <a:pt x="6067330" y="4033899"/>
                </a:lnTo>
                <a:cubicBezTo>
                  <a:pt x="6065506" y="4070470"/>
                  <a:pt x="6063599" y="4110146"/>
                  <a:pt x="6061081" y="4142250"/>
                </a:cubicBezTo>
                <a:cubicBezTo>
                  <a:pt x="6055260" y="4200007"/>
                  <a:pt x="6045907" y="4278998"/>
                  <a:pt x="6042858" y="4329442"/>
                </a:cubicBezTo>
                <a:cubicBezTo>
                  <a:pt x="6038376" y="4381764"/>
                  <a:pt x="6036461" y="4433012"/>
                  <a:pt x="6034182" y="4456184"/>
                </a:cubicBezTo>
                <a:lnTo>
                  <a:pt x="6029178" y="4468478"/>
                </a:lnTo>
                <a:lnTo>
                  <a:pt x="6029974" y="4469862"/>
                </a:lnTo>
                <a:cubicBezTo>
                  <a:pt x="6031287" y="4476321"/>
                  <a:pt x="6030316" y="4480555"/>
                  <a:pt x="6028340" y="4483797"/>
                </a:cubicBezTo>
                <a:lnTo>
                  <a:pt x="6025168" y="4487091"/>
                </a:lnTo>
                <a:lnTo>
                  <a:pt x="6023164" y="4496728"/>
                </a:lnTo>
                <a:lnTo>
                  <a:pt x="6016839" y="4515918"/>
                </a:lnTo>
                <a:cubicBezTo>
                  <a:pt x="6017189" y="4517049"/>
                  <a:pt x="6017537" y="4518182"/>
                  <a:pt x="6017886" y="4519316"/>
                </a:cubicBezTo>
                <a:lnTo>
                  <a:pt x="6011819" y="4547957"/>
                </a:lnTo>
                <a:lnTo>
                  <a:pt x="6012791" y="4548262"/>
                </a:lnTo>
                <a:cubicBezTo>
                  <a:pt x="6014837" y="4549595"/>
                  <a:pt x="6016087" y="4551811"/>
                  <a:pt x="6015703" y="4555939"/>
                </a:cubicBezTo>
                <a:cubicBezTo>
                  <a:pt x="6031790" y="4548276"/>
                  <a:pt x="6021405" y="4557977"/>
                  <a:pt x="6018854" y="4570815"/>
                </a:cubicBezTo>
                <a:cubicBezTo>
                  <a:pt x="6021736" y="4583801"/>
                  <a:pt x="6030754" y="4622347"/>
                  <a:pt x="6033000" y="4633846"/>
                </a:cubicBezTo>
                <a:lnTo>
                  <a:pt x="6032325" y="4639816"/>
                </a:lnTo>
                <a:lnTo>
                  <a:pt x="6032549" y="4639923"/>
                </a:lnTo>
                <a:cubicBezTo>
                  <a:pt x="6032911" y="4641190"/>
                  <a:pt x="6032878" y="4643141"/>
                  <a:pt x="6032309" y="4646192"/>
                </a:cubicBezTo>
                <a:lnTo>
                  <a:pt x="6031095" y="4650706"/>
                </a:lnTo>
                <a:lnTo>
                  <a:pt x="6029786" y="4662290"/>
                </a:lnTo>
                <a:cubicBezTo>
                  <a:pt x="6030161" y="4663587"/>
                  <a:pt x="6030536" y="4664883"/>
                  <a:pt x="6030911" y="4666180"/>
                </a:cubicBezTo>
                <a:lnTo>
                  <a:pt x="6033630" y="4667585"/>
                </a:lnTo>
                <a:lnTo>
                  <a:pt x="6033189" y="4668660"/>
                </a:lnTo>
                <a:cubicBezTo>
                  <a:pt x="6027286" y="4676831"/>
                  <a:pt x="6019767" y="4679345"/>
                  <a:pt x="6038764" y="4689807"/>
                </a:cubicBezTo>
                <a:cubicBezTo>
                  <a:pt x="6028616" y="4708535"/>
                  <a:pt x="6040474" y="4712235"/>
                  <a:pt x="6042217" y="4737890"/>
                </a:cubicBezTo>
                <a:cubicBezTo>
                  <a:pt x="6033362" y="4748600"/>
                  <a:pt x="6035273" y="4757223"/>
                  <a:pt x="6040543" y="4765657"/>
                </a:cubicBezTo>
                <a:cubicBezTo>
                  <a:pt x="6034416" y="4790618"/>
                  <a:pt x="6040696" y="4813399"/>
                  <a:pt x="6039956" y="4841463"/>
                </a:cubicBezTo>
                <a:lnTo>
                  <a:pt x="6057123" y="4969863"/>
                </a:lnTo>
                <a:lnTo>
                  <a:pt x="6055039" y="4974028"/>
                </a:lnTo>
                <a:cubicBezTo>
                  <a:pt x="6053860" y="4976933"/>
                  <a:pt x="6053409" y="4978909"/>
                  <a:pt x="6053462" y="4980318"/>
                </a:cubicBezTo>
                <a:lnTo>
                  <a:pt x="6053643" y="4980501"/>
                </a:lnTo>
                <a:lnTo>
                  <a:pt x="6051733" y="4986338"/>
                </a:lnTo>
                <a:lnTo>
                  <a:pt x="6049602" y="4991296"/>
                </a:lnTo>
                <a:cubicBezTo>
                  <a:pt x="6058123" y="5019829"/>
                  <a:pt x="6066643" y="5048361"/>
                  <a:pt x="6075165" y="5076895"/>
                </a:cubicBezTo>
                <a:lnTo>
                  <a:pt x="6073751" y="5081568"/>
                </a:lnTo>
                <a:cubicBezTo>
                  <a:pt x="6073034" y="5084748"/>
                  <a:pt x="6072888" y="5086810"/>
                  <a:pt x="6073150" y="5088173"/>
                </a:cubicBezTo>
                <a:lnTo>
                  <a:pt x="6073355" y="5088300"/>
                </a:lnTo>
                <a:lnTo>
                  <a:pt x="6072362" y="5094558"/>
                </a:lnTo>
                <a:cubicBezTo>
                  <a:pt x="6070184" y="5105196"/>
                  <a:pt x="6067588" y="5115626"/>
                  <a:pt x="6064726" y="5125620"/>
                </a:cubicBezTo>
                <a:cubicBezTo>
                  <a:pt x="6063568" y="5154527"/>
                  <a:pt x="6065189" y="5244020"/>
                  <a:pt x="6065415" y="5268004"/>
                </a:cubicBezTo>
                <a:cubicBezTo>
                  <a:pt x="6065637" y="5268513"/>
                  <a:pt x="6065860" y="5269021"/>
                  <a:pt x="6066081" y="5269530"/>
                </a:cubicBezTo>
                <a:lnTo>
                  <a:pt x="6043407" y="5390941"/>
                </a:lnTo>
                <a:cubicBezTo>
                  <a:pt x="6032545" y="5438194"/>
                  <a:pt x="6020942" y="5465286"/>
                  <a:pt x="6025377" y="5539927"/>
                </a:cubicBezTo>
                <a:cubicBezTo>
                  <a:pt x="6019787" y="5610775"/>
                  <a:pt x="6013913" y="5740573"/>
                  <a:pt x="6010052" y="5791594"/>
                </a:cubicBezTo>
                <a:cubicBezTo>
                  <a:pt x="5989401" y="5787060"/>
                  <a:pt x="6018524" y="5849672"/>
                  <a:pt x="5994220" y="5855206"/>
                </a:cubicBezTo>
                <a:cubicBezTo>
                  <a:pt x="5995282" y="5860240"/>
                  <a:pt x="5980598" y="5868910"/>
                  <a:pt x="5982580" y="5873582"/>
                </a:cubicBezTo>
                <a:cubicBezTo>
                  <a:pt x="5982922" y="5874401"/>
                  <a:pt x="5983265" y="5875218"/>
                  <a:pt x="5983608" y="5876037"/>
                </a:cubicBezTo>
                <a:lnTo>
                  <a:pt x="5983535" y="5886534"/>
                </a:lnTo>
                <a:lnTo>
                  <a:pt x="5988737" y="5888644"/>
                </a:lnTo>
                <a:cubicBezTo>
                  <a:pt x="5989948" y="5893707"/>
                  <a:pt x="5991159" y="5898769"/>
                  <a:pt x="5992371" y="5903832"/>
                </a:cubicBezTo>
                <a:cubicBezTo>
                  <a:pt x="5992924" y="5909651"/>
                  <a:pt x="5992578" y="5916068"/>
                  <a:pt x="5990780" y="5923391"/>
                </a:cubicBezTo>
                <a:cubicBezTo>
                  <a:pt x="5975822" y="5948880"/>
                  <a:pt x="6013580" y="5981626"/>
                  <a:pt x="5993870" y="6013205"/>
                </a:cubicBezTo>
                <a:cubicBezTo>
                  <a:pt x="5988486" y="6024901"/>
                  <a:pt x="5991718" y="6066777"/>
                  <a:pt x="5997673" y="6074018"/>
                </a:cubicBezTo>
                <a:cubicBezTo>
                  <a:pt x="5998007" y="6081731"/>
                  <a:pt x="6007861" y="6126985"/>
                  <a:pt x="6014840" y="6130837"/>
                </a:cubicBezTo>
                <a:cubicBezTo>
                  <a:pt x="6022998" y="6137057"/>
                  <a:pt x="5999420" y="6156330"/>
                  <a:pt x="6010704" y="6152982"/>
                </a:cubicBezTo>
                <a:cubicBezTo>
                  <a:pt x="6008682" y="6186619"/>
                  <a:pt x="6039938" y="6191636"/>
                  <a:pt x="6038294" y="6221100"/>
                </a:cubicBezTo>
                <a:cubicBezTo>
                  <a:pt x="6039643" y="6222126"/>
                  <a:pt x="6046356" y="6257468"/>
                  <a:pt x="6052331" y="6287550"/>
                </a:cubicBezTo>
                <a:cubicBezTo>
                  <a:pt x="6058307" y="6317632"/>
                  <a:pt x="6082079" y="6391312"/>
                  <a:pt x="6074143" y="6401595"/>
                </a:cubicBezTo>
                <a:cubicBezTo>
                  <a:pt x="6074931" y="6423902"/>
                  <a:pt x="6059614" y="6432919"/>
                  <a:pt x="6060199" y="6487110"/>
                </a:cubicBezTo>
                <a:cubicBezTo>
                  <a:pt x="6075583" y="6574474"/>
                  <a:pt x="6076150" y="6553611"/>
                  <a:pt x="6081156" y="6588589"/>
                </a:cubicBezTo>
                <a:cubicBezTo>
                  <a:pt x="6102088" y="6637976"/>
                  <a:pt x="6067660" y="6687723"/>
                  <a:pt x="6114944" y="6769963"/>
                </a:cubicBezTo>
                <a:cubicBezTo>
                  <a:pt x="6130462" y="6819284"/>
                  <a:pt x="6119243" y="6817955"/>
                  <a:pt x="6128950" y="6835814"/>
                </a:cubicBezTo>
                <a:lnTo>
                  <a:pt x="6132536" y="6858000"/>
                </a:lnTo>
                <a:lnTo>
                  <a:pt x="4789511" y="6858000"/>
                </a:lnTo>
                <a:lnTo>
                  <a:pt x="1866294" y="6858000"/>
                </a:lnTo>
                <a:lnTo>
                  <a:pt x="1705866" y="6858000"/>
                </a:lnTo>
                <a:lnTo>
                  <a:pt x="1343025" y="6858000"/>
                </a:lnTo>
                <a:lnTo>
                  <a:pt x="523269" y="6858000"/>
                </a:lnTo>
                <a:lnTo>
                  <a:pt x="362841"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50F0B5E-109D-2B42-C6E6-CE242A4DE053}"/>
              </a:ext>
            </a:extLst>
          </p:cNvPr>
          <p:cNvSpPr>
            <a:spLocks noGrp="1"/>
          </p:cNvSpPr>
          <p:nvPr>
            <p:ph type="title"/>
          </p:nvPr>
        </p:nvSpPr>
        <p:spPr>
          <a:xfrm>
            <a:off x="1137034" y="609600"/>
            <a:ext cx="4784796" cy="1330840"/>
          </a:xfrm>
        </p:spPr>
        <p:txBody>
          <a:bodyPr>
            <a:normAutofit/>
          </a:bodyPr>
          <a:lstStyle/>
          <a:p>
            <a:r>
              <a:rPr lang="en-US" dirty="0"/>
              <a:t>Model 1 – Logistic Regression </a:t>
            </a:r>
          </a:p>
        </p:txBody>
      </p:sp>
      <p:sp>
        <p:nvSpPr>
          <p:cNvPr id="4" name="Rectangle 1">
            <a:extLst>
              <a:ext uri="{FF2B5EF4-FFF2-40B4-BE49-F238E27FC236}">
                <a16:creationId xmlns:a16="http://schemas.microsoft.com/office/drawing/2014/main" id="{A50608BD-F658-E3D5-8EFD-601D1EEAC7F5}"/>
              </a:ext>
            </a:extLst>
          </p:cNvPr>
          <p:cNvSpPr>
            <a:spLocks noGrp="1" noChangeArrowheads="1"/>
          </p:cNvSpPr>
          <p:nvPr>
            <p:ph idx="1"/>
          </p:nvPr>
        </p:nvSpPr>
        <p:spPr bwMode="auto">
          <a:xfrm>
            <a:off x="1137034" y="2194102"/>
            <a:ext cx="4438036" cy="426633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a:buNone/>
            </a:pPr>
            <a:r>
              <a:rPr lang="en-US" sz="1400" b="1" dirty="0"/>
              <a:t>Model: Logistic Regression (TF-IDF)</a:t>
            </a:r>
            <a:endParaRPr lang="en-US" sz="1400" dirty="0"/>
          </a:p>
          <a:p>
            <a:pPr>
              <a:buFont typeface="Arial" panose="020B0604020202020204" pitchFamily="34" charset="0"/>
              <a:buChar char="•"/>
            </a:pPr>
            <a:r>
              <a:rPr lang="en-US" sz="1400" b="1" dirty="0"/>
              <a:t>Features</a:t>
            </a:r>
            <a:r>
              <a:rPr lang="en-US" sz="1400" dirty="0"/>
              <a:t>: 5000 TF-IDF features</a:t>
            </a:r>
          </a:p>
          <a:p>
            <a:pPr>
              <a:buFont typeface="Arial" panose="020B0604020202020204" pitchFamily="34" charset="0"/>
              <a:buChar char="•"/>
            </a:pPr>
            <a:r>
              <a:rPr lang="en-US" sz="1400" b="1" dirty="0"/>
              <a:t>Train/Test Split</a:t>
            </a:r>
            <a:r>
              <a:rPr lang="en-US" sz="1400" dirty="0"/>
              <a:t>: 80/20 stratified (2000/500)</a:t>
            </a:r>
          </a:p>
          <a:p>
            <a:pPr>
              <a:buFont typeface="Arial" panose="020B0604020202020204" pitchFamily="34" charset="0"/>
              <a:buChar char="•"/>
            </a:pPr>
            <a:r>
              <a:rPr lang="en-US" sz="1400" b="1" dirty="0"/>
              <a:t>Accuracy</a:t>
            </a:r>
            <a:r>
              <a:rPr lang="en-US" sz="1400" dirty="0"/>
              <a:t>: 0.842</a:t>
            </a:r>
          </a:p>
          <a:p>
            <a:pPr>
              <a:buFont typeface="Arial" panose="020B0604020202020204" pitchFamily="34" charset="0"/>
              <a:buChar char="•"/>
            </a:pPr>
            <a:r>
              <a:rPr lang="en-US" sz="1400" b="1" dirty="0"/>
              <a:t>F1 Score</a:t>
            </a:r>
            <a:r>
              <a:rPr lang="en-US" sz="1400" dirty="0"/>
              <a:t>: 0.845</a:t>
            </a:r>
          </a:p>
          <a:p>
            <a:pPr>
              <a:buFont typeface="Arial" panose="020B0604020202020204" pitchFamily="34" charset="0"/>
              <a:buChar char="•"/>
            </a:pPr>
            <a:r>
              <a:rPr lang="en-US" sz="1400" b="1" dirty="0"/>
              <a:t>ROC-AUC</a:t>
            </a:r>
            <a:r>
              <a:rPr lang="en-US" sz="1400" dirty="0"/>
              <a:t>: 0.925</a:t>
            </a:r>
          </a:p>
          <a:p>
            <a:pPr>
              <a:buFont typeface="Arial" panose="020B0604020202020204" pitchFamily="34" charset="0"/>
              <a:buChar char="•"/>
            </a:pPr>
            <a:r>
              <a:rPr lang="en-US" sz="1400" b="1" dirty="0"/>
              <a:t>Confusion Matrix</a:t>
            </a:r>
            <a:r>
              <a:rPr lang="en-US" sz="1400" dirty="0"/>
              <a:t>:</a:t>
            </a:r>
          </a:p>
          <a:p>
            <a:pPr marL="742950" lvl="1" indent="-285750">
              <a:buFont typeface="Arial" panose="020B0604020202020204" pitchFamily="34" charset="0"/>
              <a:buChar char="•"/>
            </a:pPr>
            <a:r>
              <a:rPr lang="en-US" sz="1400" dirty="0"/>
              <a:t>True Negative: 206</a:t>
            </a:r>
          </a:p>
          <a:p>
            <a:pPr marL="742950" lvl="1" indent="-285750">
              <a:buFont typeface="Arial" panose="020B0604020202020204" pitchFamily="34" charset="0"/>
              <a:buChar char="•"/>
            </a:pPr>
            <a:r>
              <a:rPr lang="en-US" sz="1400" dirty="0"/>
              <a:t>False Positive: 41</a:t>
            </a:r>
          </a:p>
          <a:p>
            <a:pPr marL="742950" lvl="1" indent="-285750">
              <a:buFont typeface="Arial" panose="020B0604020202020204" pitchFamily="34" charset="0"/>
              <a:buChar char="•"/>
            </a:pPr>
            <a:r>
              <a:rPr lang="en-US" sz="1400" dirty="0"/>
              <a:t>False Negative: 38</a:t>
            </a:r>
          </a:p>
          <a:p>
            <a:pPr marL="742950" lvl="1" indent="-285750">
              <a:buFont typeface="Arial" panose="020B0604020202020204" pitchFamily="34" charset="0"/>
              <a:buChar char="•"/>
            </a:pPr>
            <a:r>
              <a:rPr lang="en-US" sz="1400" dirty="0"/>
              <a:t>True Positive: 215</a:t>
            </a:r>
          </a:p>
          <a:p>
            <a:pPr>
              <a:buFont typeface="Arial" panose="020B0604020202020204" pitchFamily="34" charset="0"/>
              <a:buChar char="•"/>
            </a:pPr>
            <a:r>
              <a:rPr lang="en-US" sz="1400" b="1" dirty="0"/>
              <a:t>Insight</a:t>
            </a:r>
            <a:r>
              <a:rPr lang="en-US" sz="1400" dirty="0"/>
              <a:t>: Solid classical baseline with balanced precision-recall and strong AUROC. Now validated via 5-fold cross-validation (Mean F1: 0.8336, Std: 0.0127), confirming robustness.</a:t>
            </a:r>
            <a:endParaRPr kumimoji="0" lang="en-US" altLang="en-US" sz="1400" b="0" i="0" u="none" strike="noStrike" cap="none" normalizeH="0" baseline="0" dirty="0">
              <a:ln>
                <a:noFill/>
              </a:ln>
              <a:effectLst/>
              <a:latin typeface="Arial" panose="020B0604020202020204" pitchFamily="34" charset="0"/>
            </a:endParaRPr>
          </a:p>
        </p:txBody>
      </p:sp>
      <p:pic>
        <p:nvPicPr>
          <p:cNvPr id="6" name="Picture 5" descr="A screenshot of a computer&#10;&#10;AI-generated content may be incorrect.">
            <a:extLst>
              <a:ext uri="{FF2B5EF4-FFF2-40B4-BE49-F238E27FC236}">
                <a16:creationId xmlns:a16="http://schemas.microsoft.com/office/drawing/2014/main" id="{D4DFB8B5-6151-8B21-4695-4664393523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0610" y="1219334"/>
            <a:ext cx="4737650" cy="4441547"/>
          </a:xfrm>
          <a:prstGeom prst="rect">
            <a:avLst/>
          </a:prstGeom>
        </p:spPr>
      </p:pic>
    </p:spTree>
    <p:extLst>
      <p:ext uri="{BB962C8B-B14F-4D97-AF65-F5344CB8AC3E}">
        <p14:creationId xmlns:p14="http://schemas.microsoft.com/office/powerpoint/2010/main" val="3793624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29628E-B0F6-E33B-1AD9-958BBDAB99F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821940F-7A1D-4ACC-85B4-A932898AB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16674508-81D3-48CF-96BF-7FC60EAA57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741994" cy="6858000"/>
          </a:xfrm>
          <a:custGeom>
            <a:avLst/>
            <a:gdLst>
              <a:gd name="connsiteX0" fmla="*/ 0 w 6568309"/>
              <a:gd name="connsiteY0" fmla="*/ 0 h 6858000"/>
              <a:gd name="connsiteX1" fmla="*/ 362841 w 6568309"/>
              <a:gd name="connsiteY1" fmla="*/ 0 h 6858000"/>
              <a:gd name="connsiteX2" fmla="*/ 523269 w 6568309"/>
              <a:gd name="connsiteY2" fmla="*/ 0 h 6858000"/>
              <a:gd name="connsiteX3" fmla="*/ 1343025 w 6568309"/>
              <a:gd name="connsiteY3" fmla="*/ 0 h 6858000"/>
              <a:gd name="connsiteX4" fmla="*/ 1705866 w 6568309"/>
              <a:gd name="connsiteY4" fmla="*/ 0 h 6858000"/>
              <a:gd name="connsiteX5" fmla="*/ 1866294 w 6568309"/>
              <a:gd name="connsiteY5" fmla="*/ 0 h 6858000"/>
              <a:gd name="connsiteX6" fmla="*/ 5225154 w 6568309"/>
              <a:gd name="connsiteY6" fmla="*/ 0 h 6858000"/>
              <a:gd name="connsiteX7" fmla="*/ 6568179 w 6568309"/>
              <a:gd name="connsiteY7" fmla="*/ 0 h 6858000"/>
              <a:gd name="connsiteX8" fmla="*/ 6568309 w 6568309"/>
              <a:gd name="connsiteY8" fmla="*/ 1 h 6858000"/>
              <a:gd name="connsiteX9" fmla="*/ 6562951 w 6568309"/>
              <a:gd name="connsiteY9" fmla="*/ 30700 h 6858000"/>
              <a:gd name="connsiteX10" fmla="*/ 6547446 w 6568309"/>
              <a:gd name="connsiteY10" fmla="*/ 310025 h 6858000"/>
              <a:gd name="connsiteX11" fmla="*/ 6558316 w 6568309"/>
              <a:gd name="connsiteY11" fmla="*/ 443960 h 6858000"/>
              <a:gd name="connsiteX12" fmla="*/ 6528896 w 6568309"/>
              <a:gd name="connsiteY12" fmla="*/ 642659 h 6858000"/>
              <a:gd name="connsiteX13" fmla="*/ 6523095 w 6568309"/>
              <a:gd name="connsiteY13" fmla="*/ 673307 h 6858000"/>
              <a:gd name="connsiteX14" fmla="*/ 6496169 w 6568309"/>
              <a:gd name="connsiteY14" fmla="*/ 839641 h 6858000"/>
              <a:gd name="connsiteX15" fmla="*/ 6450789 w 6568309"/>
              <a:gd name="connsiteY15" fmla="*/ 958357 h 6858000"/>
              <a:gd name="connsiteX16" fmla="*/ 6453996 w 6568309"/>
              <a:gd name="connsiteY16" fmla="*/ 963398 h 6858000"/>
              <a:gd name="connsiteX17" fmla="*/ 6419467 w 6568309"/>
              <a:gd name="connsiteY17" fmla="*/ 1117169 h 6858000"/>
              <a:gd name="connsiteX18" fmla="*/ 6417348 w 6568309"/>
              <a:gd name="connsiteY18" fmla="*/ 1144352 h 6858000"/>
              <a:gd name="connsiteX19" fmla="*/ 6418473 w 6568309"/>
              <a:gd name="connsiteY19" fmla="*/ 1164484 h 6858000"/>
              <a:gd name="connsiteX20" fmla="*/ 6406979 w 6568309"/>
              <a:gd name="connsiteY20" fmla="*/ 1213829 h 6858000"/>
              <a:gd name="connsiteX21" fmla="*/ 6381928 w 6568309"/>
              <a:gd name="connsiteY21" fmla="*/ 1294823 h 6858000"/>
              <a:gd name="connsiteX22" fmla="*/ 6377948 w 6568309"/>
              <a:gd name="connsiteY22" fmla="*/ 1312193 h 6858000"/>
              <a:gd name="connsiteX23" fmla="*/ 6379894 w 6568309"/>
              <a:gd name="connsiteY23" fmla="*/ 1327626 h 6858000"/>
              <a:gd name="connsiteX24" fmla="*/ 6385024 w 6568309"/>
              <a:gd name="connsiteY24" fmla="*/ 1331644 h 6858000"/>
              <a:gd name="connsiteX25" fmla="*/ 6383696 w 6568309"/>
              <a:gd name="connsiteY25" fmla="*/ 1341276 h 6858000"/>
              <a:gd name="connsiteX26" fmla="*/ 6384464 w 6568309"/>
              <a:gd name="connsiteY26" fmla="*/ 1343945 h 6858000"/>
              <a:gd name="connsiteX27" fmla="*/ 6387748 w 6568309"/>
              <a:gd name="connsiteY27" fmla="*/ 1359134 h 6858000"/>
              <a:gd name="connsiteX28" fmla="*/ 6364157 w 6568309"/>
              <a:gd name="connsiteY28" fmla="*/ 1427803 h 6858000"/>
              <a:gd name="connsiteX29" fmla="*/ 6335874 w 6568309"/>
              <a:gd name="connsiteY29" fmla="*/ 1540278 h 6858000"/>
              <a:gd name="connsiteX30" fmla="*/ 6331892 w 6568309"/>
              <a:gd name="connsiteY30" fmla="*/ 1547262 h 6858000"/>
              <a:gd name="connsiteX31" fmla="*/ 6332744 w 6568309"/>
              <a:gd name="connsiteY31" fmla="*/ 1577056 h 6858000"/>
              <a:gd name="connsiteX32" fmla="*/ 6333604 w 6568309"/>
              <a:gd name="connsiteY32" fmla="*/ 1595898 h 6858000"/>
              <a:gd name="connsiteX33" fmla="*/ 6324749 w 6568309"/>
              <a:gd name="connsiteY33" fmla="*/ 1703726 h 6858000"/>
              <a:gd name="connsiteX34" fmla="*/ 6329594 w 6568309"/>
              <a:gd name="connsiteY34" fmla="*/ 1809535 h 6858000"/>
              <a:gd name="connsiteX35" fmla="*/ 6329062 w 6568309"/>
              <a:gd name="connsiteY35" fmla="*/ 2018310 h 6858000"/>
              <a:gd name="connsiteX36" fmla="*/ 6321735 w 6568309"/>
              <a:gd name="connsiteY36" fmla="*/ 2071355 h 6858000"/>
              <a:gd name="connsiteX37" fmla="*/ 6322678 w 6568309"/>
              <a:gd name="connsiteY37" fmla="*/ 2141166 h 6858000"/>
              <a:gd name="connsiteX38" fmla="*/ 6321340 w 6568309"/>
              <a:gd name="connsiteY38" fmla="*/ 2154548 h 6858000"/>
              <a:gd name="connsiteX39" fmla="*/ 6316582 w 6568309"/>
              <a:gd name="connsiteY39" fmla="*/ 2158153 h 6858000"/>
              <a:gd name="connsiteX40" fmla="*/ 6311428 w 6568309"/>
              <a:gd name="connsiteY40" fmla="*/ 2178174 h 6858000"/>
              <a:gd name="connsiteX41" fmla="*/ 6310192 w 6568309"/>
              <a:gd name="connsiteY41" fmla="*/ 2202858 h 6858000"/>
              <a:gd name="connsiteX42" fmla="*/ 6309211 w 6568309"/>
              <a:gd name="connsiteY42" fmla="*/ 2320214 h 6858000"/>
              <a:gd name="connsiteX43" fmla="*/ 6300151 w 6568309"/>
              <a:gd name="connsiteY43" fmla="*/ 2417011 h 6858000"/>
              <a:gd name="connsiteX44" fmla="*/ 6295176 w 6568309"/>
              <a:gd name="connsiteY44" fmla="*/ 2454207 h 6858000"/>
              <a:gd name="connsiteX45" fmla="*/ 6293727 w 6568309"/>
              <a:gd name="connsiteY45" fmla="*/ 2487203 h 6858000"/>
              <a:gd name="connsiteX46" fmla="*/ 6285477 w 6568309"/>
              <a:gd name="connsiteY46" fmla="*/ 2512282 h 6858000"/>
              <a:gd name="connsiteX47" fmla="*/ 6286205 w 6568309"/>
              <a:gd name="connsiteY47" fmla="*/ 2514318 h 6858000"/>
              <a:gd name="connsiteX48" fmla="*/ 6304629 w 6568309"/>
              <a:gd name="connsiteY48" fmla="*/ 2574334 h 6858000"/>
              <a:gd name="connsiteX49" fmla="*/ 6303842 w 6568309"/>
              <a:gd name="connsiteY49" fmla="*/ 2579877 h 6858000"/>
              <a:gd name="connsiteX50" fmla="*/ 6303953 w 6568309"/>
              <a:gd name="connsiteY50" fmla="*/ 2608928 h 6858000"/>
              <a:gd name="connsiteX51" fmla="*/ 6303530 w 6568309"/>
              <a:gd name="connsiteY51" fmla="*/ 2613111 h 6858000"/>
              <a:gd name="connsiteX52" fmla="*/ 6297474 w 6568309"/>
              <a:gd name="connsiteY52" fmla="*/ 2621996 h 6858000"/>
              <a:gd name="connsiteX53" fmla="*/ 6299263 w 6568309"/>
              <a:gd name="connsiteY53" fmla="*/ 2634265 h 6858000"/>
              <a:gd name="connsiteX54" fmla="*/ 6293065 w 6568309"/>
              <a:gd name="connsiteY54" fmla="*/ 2647237 h 6858000"/>
              <a:gd name="connsiteX55" fmla="*/ 6297496 w 6568309"/>
              <a:gd name="connsiteY55" fmla="*/ 2650786 h 6858000"/>
              <a:gd name="connsiteX56" fmla="*/ 6301708 w 6568309"/>
              <a:gd name="connsiteY56" fmla="*/ 2661993 h 6858000"/>
              <a:gd name="connsiteX57" fmla="*/ 6295884 w 6568309"/>
              <a:gd name="connsiteY57" fmla="*/ 2670949 h 6858000"/>
              <a:gd name="connsiteX58" fmla="*/ 6291714 w 6568309"/>
              <a:gd name="connsiteY58" fmla="*/ 2690255 h 6858000"/>
              <a:gd name="connsiteX59" fmla="*/ 6292327 w 6568309"/>
              <a:gd name="connsiteY59" fmla="*/ 2695683 h 6858000"/>
              <a:gd name="connsiteX60" fmla="*/ 6284410 w 6568309"/>
              <a:gd name="connsiteY60" fmla="*/ 2713964 h 6858000"/>
              <a:gd name="connsiteX61" fmla="*/ 6280410 w 6568309"/>
              <a:gd name="connsiteY61" fmla="*/ 2730175 h 6858000"/>
              <a:gd name="connsiteX62" fmla="*/ 6288082 w 6568309"/>
              <a:gd name="connsiteY62" fmla="*/ 2763497 h 6858000"/>
              <a:gd name="connsiteX63" fmla="*/ 6260924 w 6568309"/>
              <a:gd name="connsiteY63" fmla="*/ 3051539 h 6858000"/>
              <a:gd name="connsiteX64" fmla="*/ 6210151 w 6568309"/>
              <a:gd name="connsiteY64" fmla="*/ 3335396 h 6858000"/>
              <a:gd name="connsiteX65" fmla="*/ 6212034 w 6568309"/>
              <a:gd name="connsiteY65" fmla="*/ 3456509 h 6858000"/>
              <a:gd name="connsiteX66" fmla="*/ 6197490 w 6568309"/>
              <a:gd name="connsiteY66" fmla="*/ 3531827 h 6858000"/>
              <a:gd name="connsiteX67" fmla="*/ 6208018 w 6568309"/>
              <a:gd name="connsiteY67" fmla="*/ 3570877 h 6858000"/>
              <a:gd name="connsiteX68" fmla="*/ 6205920 w 6568309"/>
              <a:gd name="connsiteY68" fmla="*/ 3583849 h 6858000"/>
              <a:gd name="connsiteX69" fmla="*/ 6199616 w 6568309"/>
              <a:gd name="connsiteY69" fmla="*/ 3592763 h 6858000"/>
              <a:gd name="connsiteX70" fmla="*/ 6181288 w 6568309"/>
              <a:gd name="connsiteY70" fmla="*/ 3653485 h 6858000"/>
              <a:gd name="connsiteX71" fmla="*/ 6175963 w 6568309"/>
              <a:gd name="connsiteY71" fmla="*/ 3670528 h 6858000"/>
              <a:gd name="connsiteX72" fmla="*/ 6176722 w 6568309"/>
              <a:gd name="connsiteY72" fmla="*/ 3685990 h 6858000"/>
              <a:gd name="connsiteX73" fmla="*/ 6181549 w 6568309"/>
              <a:gd name="connsiteY73" fmla="*/ 3690283 h 6858000"/>
              <a:gd name="connsiteX74" fmla="*/ 6179476 w 6568309"/>
              <a:gd name="connsiteY74" fmla="*/ 3699787 h 6858000"/>
              <a:gd name="connsiteX75" fmla="*/ 6180040 w 6568309"/>
              <a:gd name="connsiteY75" fmla="*/ 3702486 h 6858000"/>
              <a:gd name="connsiteX76" fmla="*/ 6182155 w 6568309"/>
              <a:gd name="connsiteY76" fmla="*/ 3717784 h 6858000"/>
              <a:gd name="connsiteX77" fmla="*/ 6158980 w 6568309"/>
              <a:gd name="connsiteY77" fmla="*/ 3746229 h 6858000"/>
              <a:gd name="connsiteX78" fmla="*/ 6096049 w 6568309"/>
              <a:gd name="connsiteY78" fmla="*/ 3924910 h 6858000"/>
              <a:gd name="connsiteX79" fmla="*/ 6069712 w 6568309"/>
              <a:gd name="connsiteY79" fmla="*/ 3989353 h 6858000"/>
              <a:gd name="connsiteX80" fmla="*/ 6067330 w 6568309"/>
              <a:gd name="connsiteY80" fmla="*/ 4033899 h 6858000"/>
              <a:gd name="connsiteX81" fmla="*/ 6061081 w 6568309"/>
              <a:gd name="connsiteY81" fmla="*/ 4142250 h 6858000"/>
              <a:gd name="connsiteX82" fmla="*/ 6042858 w 6568309"/>
              <a:gd name="connsiteY82" fmla="*/ 4329442 h 6858000"/>
              <a:gd name="connsiteX83" fmla="*/ 6034182 w 6568309"/>
              <a:gd name="connsiteY83" fmla="*/ 4456184 h 6858000"/>
              <a:gd name="connsiteX84" fmla="*/ 6029178 w 6568309"/>
              <a:gd name="connsiteY84" fmla="*/ 4468478 h 6858000"/>
              <a:gd name="connsiteX85" fmla="*/ 6029974 w 6568309"/>
              <a:gd name="connsiteY85" fmla="*/ 4469862 h 6858000"/>
              <a:gd name="connsiteX86" fmla="*/ 6028340 w 6568309"/>
              <a:gd name="connsiteY86" fmla="*/ 4483797 h 6858000"/>
              <a:gd name="connsiteX87" fmla="*/ 6025168 w 6568309"/>
              <a:gd name="connsiteY87" fmla="*/ 4487091 h 6858000"/>
              <a:gd name="connsiteX88" fmla="*/ 6023164 w 6568309"/>
              <a:gd name="connsiteY88" fmla="*/ 4496728 h 6858000"/>
              <a:gd name="connsiteX89" fmla="*/ 6016839 w 6568309"/>
              <a:gd name="connsiteY89" fmla="*/ 4515918 h 6858000"/>
              <a:gd name="connsiteX90" fmla="*/ 6017886 w 6568309"/>
              <a:gd name="connsiteY90" fmla="*/ 4519316 h 6858000"/>
              <a:gd name="connsiteX91" fmla="*/ 6011819 w 6568309"/>
              <a:gd name="connsiteY91" fmla="*/ 4547957 h 6858000"/>
              <a:gd name="connsiteX92" fmla="*/ 6012791 w 6568309"/>
              <a:gd name="connsiteY92" fmla="*/ 4548262 h 6858000"/>
              <a:gd name="connsiteX93" fmla="*/ 6015703 w 6568309"/>
              <a:gd name="connsiteY93" fmla="*/ 4555939 h 6858000"/>
              <a:gd name="connsiteX94" fmla="*/ 6018854 w 6568309"/>
              <a:gd name="connsiteY94" fmla="*/ 4570815 h 6858000"/>
              <a:gd name="connsiteX95" fmla="*/ 6033000 w 6568309"/>
              <a:gd name="connsiteY95" fmla="*/ 4633846 h 6858000"/>
              <a:gd name="connsiteX96" fmla="*/ 6032325 w 6568309"/>
              <a:gd name="connsiteY96" fmla="*/ 4639816 h 6858000"/>
              <a:gd name="connsiteX97" fmla="*/ 6032549 w 6568309"/>
              <a:gd name="connsiteY97" fmla="*/ 4639923 h 6858000"/>
              <a:gd name="connsiteX98" fmla="*/ 6032309 w 6568309"/>
              <a:gd name="connsiteY98" fmla="*/ 4646192 h 6858000"/>
              <a:gd name="connsiteX99" fmla="*/ 6031095 w 6568309"/>
              <a:gd name="connsiteY99" fmla="*/ 4650706 h 6858000"/>
              <a:gd name="connsiteX100" fmla="*/ 6029786 w 6568309"/>
              <a:gd name="connsiteY100" fmla="*/ 4662290 h 6858000"/>
              <a:gd name="connsiteX101" fmla="*/ 6030911 w 6568309"/>
              <a:gd name="connsiteY101" fmla="*/ 4666180 h 6858000"/>
              <a:gd name="connsiteX102" fmla="*/ 6033630 w 6568309"/>
              <a:gd name="connsiteY102" fmla="*/ 4667585 h 6858000"/>
              <a:gd name="connsiteX103" fmla="*/ 6033189 w 6568309"/>
              <a:gd name="connsiteY103" fmla="*/ 4668660 h 6858000"/>
              <a:gd name="connsiteX104" fmla="*/ 6038764 w 6568309"/>
              <a:gd name="connsiteY104" fmla="*/ 4689807 h 6858000"/>
              <a:gd name="connsiteX105" fmla="*/ 6042217 w 6568309"/>
              <a:gd name="connsiteY105" fmla="*/ 4737890 h 6858000"/>
              <a:gd name="connsiteX106" fmla="*/ 6040543 w 6568309"/>
              <a:gd name="connsiteY106" fmla="*/ 4765657 h 6858000"/>
              <a:gd name="connsiteX107" fmla="*/ 6039956 w 6568309"/>
              <a:gd name="connsiteY107" fmla="*/ 4841463 h 6858000"/>
              <a:gd name="connsiteX108" fmla="*/ 6057123 w 6568309"/>
              <a:gd name="connsiteY108" fmla="*/ 4969863 h 6858000"/>
              <a:gd name="connsiteX109" fmla="*/ 6055039 w 6568309"/>
              <a:gd name="connsiteY109" fmla="*/ 4974028 h 6858000"/>
              <a:gd name="connsiteX110" fmla="*/ 6053462 w 6568309"/>
              <a:gd name="connsiteY110" fmla="*/ 4980318 h 6858000"/>
              <a:gd name="connsiteX111" fmla="*/ 6053643 w 6568309"/>
              <a:gd name="connsiteY111" fmla="*/ 4980501 h 6858000"/>
              <a:gd name="connsiteX112" fmla="*/ 6051733 w 6568309"/>
              <a:gd name="connsiteY112" fmla="*/ 4986338 h 6858000"/>
              <a:gd name="connsiteX113" fmla="*/ 6049602 w 6568309"/>
              <a:gd name="connsiteY113" fmla="*/ 4991296 h 6858000"/>
              <a:gd name="connsiteX114" fmla="*/ 6075165 w 6568309"/>
              <a:gd name="connsiteY114" fmla="*/ 5076895 h 6858000"/>
              <a:gd name="connsiteX115" fmla="*/ 6073751 w 6568309"/>
              <a:gd name="connsiteY115" fmla="*/ 5081568 h 6858000"/>
              <a:gd name="connsiteX116" fmla="*/ 6073150 w 6568309"/>
              <a:gd name="connsiteY116" fmla="*/ 5088173 h 6858000"/>
              <a:gd name="connsiteX117" fmla="*/ 6073355 w 6568309"/>
              <a:gd name="connsiteY117" fmla="*/ 5088300 h 6858000"/>
              <a:gd name="connsiteX118" fmla="*/ 6072362 w 6568309"/>
              <a:gd name="connsiteY118" fmla="*/ 5094558 h 6858000"/>
              <a:gd name="connsiteX119" fmla="*/ 6064726 w 6568309"/>
              <a:gd name="connsiteY119" fmla="*/ 5125620 h 6858000"/>
              <a:gd name="connsiteX120" fmla="*/ 6065415 w 6568309"/>
              <a:gd name="connsiteY120" fmla="*/ 5268004 h 6858000"/>
              <a:gd name="connsiteX121" fmla="*/ 6066081 w 6568309"/>
              <a:gd name="connsiteY121" fmla="*/ 5269530 h 6858000"/>
              <a:gd name="connsiteX122" fmla="*/ 6043407 w 6568309"/>
              <a:gd name="connsiteY122" fmla="*/ 5390941 h 6858000"/>
              <a:gd name="connsiteX123" fmla="*/ 6025377 w 6568309"/>
              <a:gd name="connsiteY123" fmla="*/ 5539927 h 6858000"/>
              <a:gd name="connsiteX124" fmla="*/ 6010052 w 6568309"/>
              <a:gd name="connsiteY124" fmla="*/ 5791594 h 6858000"/>
              <a:gd name="connsiteX125" fmla="*/ 5994220 w 6568309"/>
              <a:gd name="connsiteY125" fmla="*/ 5855206 h 6858000"/>
              <a:gd name="connsiteX126" fmla="*/ 5982580 w 6568309"/>
              <a:gd name="connsiteY126" fmla="*/ 5873582 h 6858000"/>
              <a:gd name="connsiteX127" fmla="*/ 5983608 w 6568309"/>
              <a:gd name="connsiteY127" fmla="*/ 5876037 h 6858000"/>
              <a:gd name="connsiteX128" fmla="*/ 5983535 w 6568309"/>
              <a:gd name="connsiteY128" fmla="*/ 5886534 h 6858000"/>
              <a:gd name="connsiteX129" fmla="*/ 5988737 w 6568309"/>
              <a:gd name="connsiteY129" fmla="*/ 5888644 h 6858000"/>
              <a:gd name="connsiteX130" fmla="*/ 5992371 w 6568309"/>
              <a:gd name="connsiteY130" fmla="*/ 5903832 h 6858000"/>
              <a:gd name="connsiteX131" fmla="*/ 5990780 w 6568309"/>
              <a:gd name="connsiteY131" fmla="*/ 5923391 h 6858000"/>
              <a:gd name="connsiteX132" fmla="*/ 5993870 w 6568309"/>
              <a:gd name="connsiteY132" fmla="*/ 6013205 h 6858000"/>
              <a:gd name="connsiteX133" fmla="*/ 5997673 w 6568309"/>
              <a:gd name="connsiteY133" fmla="*/ 6074018 h 6858000"/>
              <a:gd name="connsiteX134" fmla="*/ 6014840 w 6568309"/>
              <a:gd name="connsiteY134" fmla="*/ 6130837 h 6858000"/>
              <a:gd name="connsiteX135" fmla="*/ 6010704 w 6568309"/>
              <a:gd name="connsiteY135" fmla="*/ 6152982 h 6858000"/>
              <a:gd name="connsiteX136" fmla="*/ 6038294 w 6568309"/>
              <a:gd name="connsiteY136" fmla="*/ 6221100 h 6858000"/>
              <a:gd name="connsiteX137" fmla="*/ 6052331 w 6568309"/>
              <a:gd name="connsiteY137" fmla="*/ 6287550 h 6858000"/>
              <a:gd name="connsiteX138" fmla="*/ 6074143 w 6568309"/>
              <a:gd name="connsiteY138" fmla="*/ 6401595 h 6858000"/>
              <a:gd name="connsiteX139" fmla="*/ 6060199 w 6568309"/>
              <a:gd name="connsiteY139" fmla="*/ 6487110 h 6858000"/>
              <a:gd name="connsiteX140" fmla="*/ 6081156 w 6568309"/>
              <a:gd name="connsiteY140" fmla="*/ 6588589 h 6858000"/>
              <a:gd name="connsiteX141" fmla="*/ 6114944 w 6568309"/>
              <a:gd name="connsiteY141" fmla="*/ 6769963 h 6858000"/>
              <a:gd name="connsiteX142" fmla="*/ 6128950 w 6568309"/>
              <a:gd name="connsiteY142" fmla="*/ 6835814 h 6858000"/>
              <a:gd name="connsiteX143" fmla="*/ 6132536 w 6568309"/>
              <a:gd name="connsiteY143" fmla="*/ 6858000 h 6858000"/>
              <a:gd name="connsiteX144" fmla="*/ 4789511 w 6568309"/>
              <a:gd name="connsiteY144" fmla="*/ 6858000 h 6858000"/>
              <a:gd name="connsiteX145" fmla="*/ 1866294 w 6568309"/>
              <a:gd name="connsiteY145" fmla="*/ 6858000 h 6858000"/>
              <a:gd name="connsiteX146" fmla="*/ 1705866 w 6568309"/>
              <a:gd name="connsiteY146" fmla="*/ 6858000 h 6858000"/>
              <a:gd name="connsiteX147" fmla="*/ 1343025 w 6568309"/>
              <a:gd name="connsiteY147" fmla="*/ 6858000 h 6858000"/>
              <a:gd name="connsiteX148" fmla="*/ 523269 w 6568309"/>
              <a:gd name="connsiteY148" fmla="*/ 6858000 h 6858000"/>
              <a:gd name="connsiteX149" fmla="*/ 362841 w 6568309"/>
              <a:gd name="connsiteY149" fmla="*/ 6858000 h 6858000"/>
              <a:gd name="connsiteX150" fmla="*/ 0 w 6568309"/>
              <a:gd name="connsiteY15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6568309" h="6858000">
                <a:moveTo>
                  <a:pt x="0" y="0"/>
                </a:moveTo>
                <a:lnTo>
                  <a:pt x="362841" y="0"/>
                </a:lnTo>
                <a:lnTo>
                  <a:pt x="523269" y="0"/>
                </a:lnTo>
                <a:lnTo>
                  <a:pt x="1343025" y="0"/>
                </a:lnTo>
                <a:lnTo>
                  <a:pt x="1705866" y="0"/>
                </a:lnTo>
                <a:lnTo>
                  <a:pt x="1866294" y="0"/>
                </a:lnTo>
                <a:lnTo>
                  <a:pt x="5225154" y="0"/>
                </a:lnTo>
                <a:lnTo>
                  <a:pt x="6568179" y="0"/>
                </a:lnTo>
                <a:lnTo>
                  <a:pt x="6568309" y="1"/>
                </a:lnTo>
                <a:lnTo>
                  <a:pt x="6562951" y="30700"/>
                </a:lnTo>
                <a:cubicBezTo>
                  <a:pt x="6559126" y="84364"/>
                  <a:pt x="6548218" y="241149"/>
                  <a:pt x="6547446" y="310025"/>
                </a:cubicBezTo>
                <a:cubicBezTo>
                  <a:pt x="6550151" y="367544"/>
                  <a:pt x="6557712" y="408251"/>
                  <a:pt x="6558316" y="443960"/>
                </a:cubicBezTo>
                <a:cubicBezTo>
                  <a:pt x="6555224" y="499397"/>
                  <a:pt x="6534767" y="604434"/>
                  <a:pt x="6528896" y="642659"/>
                </a:cubicBezTo>
                <a:cubicBezTo>
                  <a:pt x="6535204" y="657287"/>
                  <a:pt x="6515365" y="658191"/>
                  <a:pt x="6523095" y="673307"/>
                </a:cubicBezTo>
                <a:cubicBezTo>
                  <a:pt x="6523388" y="693769"/>
                  <a:pt x="6506868" y="797295"/>
                  <a:pt x="6496169" y="839641"/>
                </a:cubicBezTo>
                <a:cubicBezTo>
                  <a:pt x="6484119" y="887148"/>
                  <a:pt x="6457817" y="937731"/>
                  <a:pt x="6450789" y="958357"/>
                </a:cubicBezTo>
                <a:cubicBezTo>
                  <a:pt x="6443760" y="978983"/>
                  <a:pt x="6459217" y="936930"/>
                  <a:pt x="6453996" y="963398"/>
                </a:cubicBezTo>
                <a:cubicBezTo>
                  <a:pt x="6448777" y="989867"/>
                  <a:pt x="6425575" y="1087010"/>
                  <a:pt x="6419467" y="1117169"/>
                </a:cubicBezTo>
                <a:cubicBezTo>
                  <a:pt x="6431540" y="1118586"/>
                  <a:pt x="6409651" y="1135372"/>
                  <a:pt x="6417348" y="1144352"/>
                </a:cubicBezTo>
                <a:cubicBezTo>
                  <a:pt x="6424109" y="1150681"/>
                  <a:pt x="6419047" y="1157251"/>
                  <a:pt x="6418473" y="1164484"/>
                </a:cubicBezTo>
                <a:cubicBezTo>
                  <a:pt x="6423767" y="1173524"/>
                  <a:pt x="6413947" y="1205209"/>
                  <a:pt x="6406979" y="1213829"/>
                </a:cubicBezTo>
                <a:cubicBezTo>
                  <a:pt x="6382818" y="1235037"/>
                  <a:pt x="6400452" y="1277327"/>
                  <a:pt x="6381928" y="1294823"/>
                </a:cubicBezTo>
                <a:cubicBezTo>
                  <a:pt x="6379195" y="1300845"/>
                  <a:pt x="6378069" y="1306615"/>
                  <a:pt x="6377948" y="1312193"/>
                </a:cubicBezTo>
                <a:lnTo>
                  <a:pt x="6379894" y="1327626"/>
                </a:lnTo>
                <a:lnTo>
                  <a:pt x="6385024" y="1331644"/>
                </a:lnTo>
                <a:lnTo>
                  <a:pt x="6383696" y="1341276"/>
                </a:lnTo>
                <a:cubicBezTo>
                  <a:pt x="6383952" y="1342166"/>
                  <a:pt x="6384208" y="1343055"/>
                  <a:pt x="6384464" y="1343945"/>
                </a:cubicBezTo>
                <a:cubicBezTo>
                  <a:pt x="6385957" y="1349040"/>
                  <a:pt x="6387253" y="1354080"/>
                  <a:pt x="6387748" y="1359134"/>
                </a:cubicBezTo>
                <a:cubicBezTo>
                  <a:pt x="6384363" y="1373109"/>
                  <a:pt x="6372802" y="1397612"/>
                  <a:pt x="6364157" y="1427803"/>
                </a:cubicBezTo>
                <a:cubicBezTo>
                  <a:pt x="6348141" y="1460349"/>
                  <a:pt x="6348362" y="1505076"/>
                  <a:pt x="6335874" y="1540278"/>
                </a:cubicBezTo>
                <a:lnTo>
                  <a:pt x="6331892" y="1547262"/>
                </a:lnTo>
                <a:lnTo>
                  <a:pt x="6332744" y="1577056"/>
                </a:lnTo>
                <a:cubicBezTo>
                  <a:pt x="6335859" y="1582205"/>
                  <a:pt x="6336674" y="1589568"/>
                  <a:pt x="6333604" y="1595898"/>
                </a:cubicBezTo>
                <a:lnTo>
                  <a:pt x="6324749" y="1703726"/>
                </a:lnTo>
                <a:cubicBezTo>
                  <a:pt x="6324080" y="1739332"/>
                  <a:pt x="6318019" y="1754453"/>
                  <a:pt x="6329594" y="1809535"/>
                </a:cubicBezTo>
                <a:cubicBezTo>
                  <a:pt x="6344930" y="1868036"/>
                  <a:pt x="6323725" y="1952670"/>
                  <a:pt x="6329062" y="2018310"/>
                </a:cubicBezTo>
                <a:cubicBezTo>
                  <a:pt x="6308075" y="2053162"/>
                  <a:pt x="6326925" y="2034561"/>
                  <a:pt x="6321735" y="2071355"/>
                </a:cubicBezTo>
                <a:lnTo>
                  <a:pt x="6322678" y="2141166"/>
                </a:lnTo>
                <a:lnTo>
                  <a:pt x="6321340" y="2154548"/>
                </a:lnTo>
                <a:lnTo>
                  <a:pt x="6316582" y="2158153"/>
                </a:lnTo>
                <a:lnTo>
                  <a:pt x="6311428" y="2178174"/>
                </a:lnTo>
                <a:cubicBezTo>
                  <a:pt x="6310177" y="2185696"/>
                  <a:pt x="6309622" y="2193828"/>
                  <a:pt x="6310192" y="2202858"/>
                </a:cubicBezTo>
                <a:cubicBezTo>
                  <a:pt x="6319667" y="2232772"/>
                  <a:pt x="6296459" y="2283357"/>
                  <a:pt x="6309211" y="2320214"/>
                </a:cubicBezTo>
                <a:cubicBezTo>
                  <a:pt x="6307537" y="2355906"/>
                  <a:pt x="6302490" y="2394678"/>
                  <a:pt x="6300151" y="2417011"/>
                </a:cubicBezTo>
                <a:cubicBezTo>
                  <a:pt x="6292303" y="2426377"/>
                  <a:pt x="6304439" y="2456509"/>
                  <a:pt x="6295176" y="2454207"/>
                </a:cubicBezTo>
                <a:cubicBezTo>
                  <a:pt x="6299335" y="2464947"/>
                  <a:pt x="6297305" y="2476105"/>
                  <a:pt x="6293727" y="2487203"/>
                </a:cubicBezTo>
                <a:lnTo>
                  <a:pt x="6285477" y="2512282"/>
                </a:lnTo>
                <a:cubicBezTo>
                  <a:pt x="6285720" y="2512961"/>
                  <a:pt x="6285962" y="2513640"/>
                  <a:pt x="6286205" y="2514318"/>
                </a:cubicBezTo>
                <a:cubicBezTo>
                  <a:pt x="6292347" y="2534324"/>
                  <a:pt x="6298487" y="2554328"/>
                  <a:pt x="6304629" y="2574334"/>
                </a:cubicBezTo>
                <a:lnTo>
                  <a:pt x="6303842" y="2579877"/>
                </a:lnTo>
                <a:cubicBezTo>
                  <a:pt x="6303729" y="2585644"/>
                  <a:pt x="6304006" y="2603388"/>
                  <a:pt x="6303953" y="2608928"/>
                </a:cubicBezTo>
                <a:lnTo>
                  <a:pt x="6303530" y="2613111"/>
                </a:lnTo>
                <a:lnTo>
                  <a:pt x="6297474" y="2621996"/>
                </a:lnTo>
                <a:lnTo>
                  <a:pt x="6299263" y="2634265"/>
                </a:lnTo>
                <a:lnTo>
                  <a:pt x="6293065" y="2647237"/>
                </a:lnTo>
                <a:cubicBezTo>
                  <a:pt x="6294685" y="2648158"/>
                  <a:pt x="6296180" y="2649356"/>
                  <a:pt x="6297496" y="2650786"/>
                </a:cubicBezTo>
                <a:lnTo>
                  <a:pt x="6301708" y="2661993"/>
                </a:lnTo>
                <a:lnTo>
                  <a:pt x="6295884" y="2670949"/>
                </a:lnTo>
                <a:cubicBezTo>
                  <a:pt x="6304913" y="2672007"/>
                  <a:pt x="6294429" y="2681695"/>
                  <a:pt x="6291714" y="2690255"/>
                </a:cubicBezTo>
                <a:lnTo>
                  <a:pt x="6292327" y="2695683"/>
                </a:lnTo>
                <a:lnTo>
                  <a:pt x="6284410" y="2713964"/>
                </a:lnTo>
                <a:lnTo>
                  <a:pt x="6280410" y="2730175"/>
                </a:lnTo>
                <a:lnTo>
                  <a:pt x="6288082" y="2763497"/>
                </a:lnTo>
                <a:lnTo>
                  <a:pt x="6260924" y="3051539"/>
                </a:lnTo>
                <a:cubicBezTo>
                  <a:pt x="6251455" y="3165645"/>
                  <a:pt x="6222174" y="3216611"/>
                  <a:pt x="6210151" y="3335396"/>
                </a:cubicBezTo>
                <a:lnTo>
                  <a:pt x="6212034" y="3456509"/>
                </a:lnTo>
                <a:lnTo>
                  <a:pt x="6197490" y="3531827"/>
                </a:lnTo>
                <a:lnTo>
                  <a:pt x="6208018" y="3570877"/>
                </a:lnTo>
                <a:lnTo>
                  <a:pt x="6205920" y="3583849"/>
                </a:lnTo>
                <a:lnTo>
                  <a:pt x="6199616" y="3592763"/>
                </a:lnTo>
                <a:cubicBezTo>
                  <a:pt x="6191839" y="3613948"/>
                  <a:pt x="6196204" y="3641245"/>
                  <a:pt x="6181288" y="3653485"/>
                </a:cubicBezTo>
                <a:cubicBezTo>
                  <a:pt x="6178087" y="3659316"/>
                  <a:pt x="6176516" y="3664985"/>
                  <a:pt x="6175963" y="3670528"/>
                </a:cubicBezTo>
                <a:lnTo>
                  <a:pt x="6176722" y="3685990"/>
                </a:lnTo>
                <a:lnTo>
                  <a:pt x="6181549" y="3690283"/>
                </a:lnTo>
                <a:lnTo>
                  <a:pt x="6179476" y="3699787"/>
                </a:lnTo>
                <a:cubicBezTo>
                  <a:pt x="6179664" y="3700686"/>
                  <a:pt x="6179852" y="3701586"/>
                  <a:pt x="6180040" y="3702486"/>
                </a:cubicBezTo>
                <a:cubicBezTo>
                  <a:pt x="6181140" y="3707637"/>
                  <a:pt x="6182047" y="3712728"/>
                  <a:pt x="6182155" y="3717784"/>
                </a:cubicBezTo>
                <a:cubicBezTo>
                  <a:pt x="6156678" y="3711701"/>
                  <a:pt x="6178864" y="3759789"/>
                  <a:pt x="6158980" y="3746229"/>
                </a:cubicBezTo>
                <a:cubicBezTo>
                  <a:pt x="6144630" y="3780750"/>
                  <a:pt x="6117520" y="3867558"/>
                  <a:pt x="6096049" y="3924910"/>
                </a:cubicBezTo>
                <a:lnTo>
                  <a:pt x="6069712" y="3989353"/>
                </a:lnTo>
                <a:lnTo>
                  <a:pt x="6067330" y="4033899"/>
                </a:lnTo>
                <a:cubicBezTo>
                  <a:pt x="6065506" y="4070470"/>
                  <a:pt x="6063599" y="4110146"/>
                  <a:pt x="6061081" y="4142250"/>
                </a:cubicBezTo>
                <a:cubicBezTo>
                  <a:pt x="6055260" y="4200007"/>
                  <a:pt x="6045907" y="4278998"/>
                  <a:pt x="6042858" y="4329442"/>
                </a:cubicBezTo>
                <a:cubicBezTo>
                  <a:pt x="6038376" y="4381764"/>
                  <a:pt x="6036461" y="4433012"/>
                  <a:pt x="6034182" y="4456184"/>
                </a:cubicBezTo>
                <a:lnTo>
                  <a:pt x="6029178" y="4468478"/>
                </a:lnTo>
                <a:lnTo>
                  <a:pt x="6029974" y="4469862"/>
                </a:lnTo>
                <a:cubicBezTo>
                  <a:pt x="6031287" y="4476321"/>
                  <a:pt x="6030316" y="4480555"/>
                  <a:pt x="6028340" y="4483797"/>
                </a:cubicBezTo>
                <a:lnTo>
                  <a:pt x="6025168" y="4487091"/>
                </a:lnTo>
                <a:lnTo>
                  <a:pt x="6023164" y="4496728"/>
                </a:lnTo>
                <a:lnTo>
                  <a:pt x="6016839" y="4515918"/>
                </a:lnTo>
                <a:cubicBezTo>
                  <a:pt x="6017189" y="4517049"/>
                  <a:pt x="6017537" y="4518182"/>
                  <a:pt x="6017886" y="4519316"/>
                </a:cubicBezTo>
                <a:lnTo>
                  <a:pt x="6011819" y="4547957"/>
                </a:lnTo>
                <a:lnTo>
                  <a:pt x="6012791" y="4548262"/>
                </a:lnTo>
                <a:cubicBezTo>
                  <a:pt x="6014837" y="4549595"/>
                  <a:pt x="6016087" y="4551811"/>
                  <a:pt x="6015703" y="4555939"/>
                </a:cubicBezTo>
                <a:cubicBezTo>
                  <a:pt x="6031790" y="4548276"/>
                  <a:pt x="6021405" y="4557977"/>
                  <a:pt x="6018854" y="4570815"/>
                </a:cubicBezTo>
                <a:cubicBezTo>
                  <a:pt x="6021736" y="4583801"/>
                  <a:pt x="6030754" y="4622347"/>
                  <a:pt x="6033000" y="4633846"/>
                </a:cubicBezTo>
                <a:lnTo>
                  <a:pt x="6032325" y="4639816"/>
                </a:lnTo>
                <a:lnTo>
                  <a:pt x="6032549" y="4639923"/>
                </a:lnTo>
                <a:cubicBezTo>
                  <a:pt x="6032911" y="4641190"/>
                  <a:pt x="6032878" y="4643141"/>
                  <a:pt x="6032309" y="4646192"/>
                </a:cubicBezTo>
                <a:lnTo>
                  <a:pt x="6031095" y="4650706"/>
                </a:lnTo>
                <a:lnTo>
                  <a:pt x="6029786" y="4662290"/>
                </a:lnTo>
                <a:cubicBezTo>
                  <a:pt x="6030161" y="4663587"/>
                  <a:pt x="6030536" y="4664883"/>
                  <a:pt x="6030911" y="4666180"/>
                </a:cubicBezTo>
                <a:lnTo>
                  <a:pt x="6033630" y="4667585"/>
                </a:lnTo>
                <a:lnTo>
                  <a:pt x="6033189" y="4668660"/>
                </a:lnTo>
                <a:cubicBezTo>
                  <a:pt x="6027286" y="4676831"/>
                  <a:pt x="6019767" y="4679345"/>
                  <a:pt x="6038764" y="4689807"/>
                </a:cubicBezTo>
                <a:cubicBezTo>
                  <a:pt x="6028616" y="4708535"/>
                  <a:pt x="6040474" y="4712235"/>
                  <a:pt x="6042217" y="4737890"/>
                </a:cubicBezTo>
                <a:cubicBezTo>
                  <a:pt x="6033362" y="4748600"/>
                  <a:pt x="6035273" y="4757223"/>
                  <a:pt x="6040543" y="4765657"/>
                </a:cubicBezTo>
                <a:cubicBezTo>
                  <a:pt x="6034416" y="4790618"/>
                  <a:pt x="6040696" y="4813399"/>
                  <a:pt x="6039956" y="4841463"/>
                </a:cubicBezTo>
                <a:lnTo>
                  <a:pt x="6057123" y="4969863"/>
                </a:lnTo>
                <a:lnTo>
                  <a:pt x="6055039" y="4974028"/>
                </a:lnTo>
                <a:cubicBezTo>
                  <a:pt x="6053860" y="4976933"/>
                  <a:pt x="6053409" y="4978909"/>
                  <a:pt x="6053462" y="4980318"/>
                </a:cubicBezTo>
                <a:lnTo>
                  <a:pt x="6053643" y="4980501"/>
                </a:lnTo>
                <a:lnTo>
                  <a:pt x="6051733" y="4986338"/>
                </a:lnTo>
                <a:lnTo>
                  <a:pt x="6049602" y="4991296"/>
                </a:lnTo>
                <a:cubicBezTo>
                  <a:pt x="6058123" y="5019829"/>
                  <a:pt x="6066643" y="5048361"/>
                  <a:pt x="6075165" y="5076895"/>
                </a:cubicBezTo>
                <a:lnTo>
                  <a:pt x="6073751" y="5081568"/>
                </a:lnTo>
                <a:cubicBezTo>
                  <a:pt x="6073034" y="5084748"/>
                  <a:pt x="6072888" y="5086810"/>
                  <a:pt x="6073150" y="5088173"/>
                </a:cubicBezTo>
                <a:lnTo>
                  <a:pt x="6073355" y="5088300"/>
                </a:lnTo>
                <a:lnTo>
                  <a:pt x="6072362" y="5094558"/>
                </a:lnTo>
                <a:cubicBezTo>
                  <a:pt x="6070184" y="5105196"/>
                  <a:pt x="6067588" y="5115626"/>
                  <a:pt x="6064726" y="5125620"/>
                </a:cubicBezTo>
                <a:cubicBezTo>
                  <a:pt x="6063568" y="5154527"/>
                  <a:pt x="6065189" y="5244020"/>
                  <a:pt x="6065415" y="5268004"/>
                </a:cubicBezTo>
                <a:cubicBezTo>
                  <a:pt x="6065637" y="5268513"/>
                  <a:pt x="6065860" y="5269021"/>
                  <a:pt x="6066081" y="5269530"/>
                </a:cubicBezTo>
                <a:lnTo>
                  <a:pt x="6043407" y="5390941"/>
                </a:lnTo>
                <a:cubicBezTo>
                  <a:pt x="6032545" y="5438194"/>
                  <a:pt x="6020942" y="5465286"/>
                  <a:pt x="6025377" y="5539927"/>
                </a:cubicBezTo>
                <a:cubicBezTo>
                  <a:pt x="6019787" y="5610775"/>
                  <a:pt x="6013913" y="5740573"/>
                  <a:pt x="6010052" y="5791594"/>
                </a:cubicBezTo>
                <a:cubicBezTo>
                  <a:pt x="5989401" y="5787060"/>
                  <a:pt x="6018524" y="5849672"/>
                  <a:pt x="5994220" y="5855206"/>
                </a:cubicBezTo>
                <a:cubicBezTo>
                  <a:pt x="5995282" y="5860240"/>
                  <a:pt x="5980598" y="5868910"/>
                  <a:pt x="5982580" y="5873582"/>
                </a:cubicBezTo>
                <a:cubicBezTo>
                  <a:pt x="5982922" y="5874401"/>
                  <a:pt x="5983265" y="5875218"/>
                  <a:pt x="5983608" y="5876037"/>
                </a:cubicBezTo>
                <a:lnTo>
                  <a:pt x="5983535" y="5886534"/>
                </a:lnTo>
                <a:lnTo>
                  <a:pt x="5988737" y="5888644"/>
                </a:lnTo>
                <a:cubicBezTo>
                  <a:pt x="5989948" y="5893707"/>
                  <a:pt x="5991159" y="5898769"/>
                  <a:pt x="5992371" y="5903832"/>
                </a:cubicBezTo>
                <a:cubicBezTo>
                  <a:pt x="5992924" y="5909651"/>
                  <a:pt x="5992578" y="5916068"/>
                  <a:pt x="5990780" y="5923391"/>
                </a:cubicBezTo>
                <a:cubicBezTo>
                  <a:pt x="5975822" y="5948880"/>
                  <a:pt x="6013580" y="5981626"/>
                  <a:pt x="5993870" y="6013205"/>
                </a:cubicBezTo>
                <a:cubicBezTo>
                  <a:pt x="5988486" y="6024901"/>
                  <a:pt x="5991718" y="6066777"/>
                  <a:pt x="5997673" y="6074018"/>
                </a:cubicBezTo>
                <a:cubicBezTo>
                  <a:pt x="5998007" y="6081731"/>
                  <a:pt x="6007861" y="6126985"/>
                  <a:pt x="6014840" y="6130837"/>
                </a:cubicBezTo>
                <a:cubicBezTo>
                  <a:pt x="6022998" y="6137057"/>
                  <a:pt x="5999420" y="6156330"/>
                  <a:pt x="6010704" y="6152982"/>
                </a:cubicBezTo>
                <a:cubicBezTo>
                  <a:pt x="6008682" y="6186619"/>
                  <a:pt x="6039938" y="6191636"/>
                  <a:pt x="6038294" y="6221100"/>
                </a:cubicBezTo>
                <a:cubicBezTo>
                  <a:pt x="6039643" y="6222126"/>
                  <a:pt x="6046356" y="6257468"/>
                  <a:pt x="6052331" y="6287550"/>
                </a:cubicBezTo>
                <a:cubicBezTo>
                  <a:pt x="6058307" y="6317632"/>
                  <a:pt x="6082079" y="6391312"/>
                  <a:pt x="6074143" y="6401595"/>
                </a:cubicBezTo>
                <a:cubicBezTo>
                  <a:pt x="6074931" y="6423902"/>
                  <a:pt x="6059614" y="6432919"/>
                  <a:pt x="6060199" y="6487110"/>
                </a:cubicBezTo>
                <a:cubicBezTo>
                  <a:pt x="6075583" y="6574474"/>
                  <a:pt x="6076150" y="6553611"/>
                  <a:pt x="6081156" y="6588589"/>
                </a:cubicBezTo>
                <a:cubicBezTo>
                  <a:pt x="6102088" y="6637976"/>
                  <a:pt x="6067660" y="6687723"/>
                  <a:pt x="6114944" y="6769963"/>
                </a:cubicBezTo>
                <a:cubicBezTo>
                  <a:pt x="6130462" y="6819284"/>
                  <a:pt x="6119243" y="6817955"/>
                  <a:pt x="6128950" y="6835814"/>
                </a:cubicBezTo>
                <a:lnTo>
                  <a:pt x="6132536" y="6858000"/>
                </a:lnTo>
                <a:lnTo>
                  <a:pt x="4789511" y="6858000"/>
                </a:lnTo>
                <a:lnTo>
                  <a:pt x="1866294" y="6858000"/>
                </a:lnTo>
                <a:lnTo>
                  <a:pt x="1705866" y="6858000"/>
                </a:lnTo>
                <a:lnTo>
                  <a:pt x="1343025" y="6858000"/>
                </a:lnTo>
                <a:lnTo>
                  <a:pt x="523269" y="6858000"/>
                </a:lnTo>
                <a:lnTo>
                  <a:pt x="362841"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A427782-D746-C5F3-5599-F10796344230}"/>
              </a:ext>
            </a:extLst>
          </p:cNvPr>
          <p:cNvSpPr>
            <a:spLocks noGrp="1"/>
          </p:cNvSpPr>
          <p:nvPr>
            <p:ph type="title"/>
          </p:nvPr>
        </p:nvSpPr>
        <p:spPr>
          <a:xfrm>
            <a:off x="1137034" y="609600"/>
            <a:ext cx="4784796" cy="1330840"/>
          </a:xfrm>
        </p:spPr>
        <p:txBody>
          <a:bodyPr>
            <a:normAutofit/>
          </a:bodyPr>
          <a:lstStyle/>
          <a:p>
            <a:r>
              <a:rPr lang="en-US" dirty="0"/>
              <a:t>Model 2 – </a:t>
            </a:r>
            <a:r>
              <a:rPr lang="en-US" dirty="0" err="1"/>
              <a:t>LinearSVC</a:t>
            </a:r>
            <a:endParaRPr lang="en-US" dirty="0"/>
          </a:p>
        </p:txBody>
      </p:sp>
      <p:sp>
        <p:nvSpPr>
          <p:cNvPr id="4" name="Rectangle 1">
            <a:extLst>
              <a:ext uri="{FF2B5EF4-FFF2-40B4-BE49-F238E27FC236}">
                <a16:creationId xmlns:a16="http://schemas.microsoft.com/office/drawing/2014/main" id="{28694E4D-1A2A-34F6-5C3A-CD889F854CB3}"/>
              </a:ext>
            </a:extLst>
          </p:cNvPr>
          <p:cNvSpPr>
            <a:spLocks noGrp="1" noChangeArrowheads="1"/>
          </p:cNvSpPr>
          <p:nvPr>
            <p:ph idx="1"/>
          </p:nvPr>
        </p:nvSpPr>
        <p:spPr bwMode="auto">
          <a:xfrm>
            <a:off x="1137034" y="2194102"/>
            <a:ext cx="4438036" cy="4147704"/>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a:buNone/>
            </a:pPr>
            <a:r>
              <a:rPr lang="en-US" sz="1400" b="1" dirty="0"/>
              <a:t>Model: </a:t>
            </a:r>
            <a:r>
              <a:rPr lang="en-US" sz="1400" b="1" dirty="0" err="1"/>
              <a:t>LinearSVC</a:t>
            </a:r>
            <a:r>
              <a:rPr lang="en-US" sz="1400" b="1" dirty="0"/>
              <a:t> (TF-IDF)</a:t>
            </a:r>
            <a:endParaRPr lang="en-US" sz="1400" dirty="0"/>
          </a:p>
          <a:p>
            <a:pPr>
              <a:buFont typeface="Arial" panose="020B0604020202020204" pitchFamily="34" charset="0"/>
              <a:buChar char="•"/>
            </a:pPr>
            <a:r>
              <a:rPr lang="en-US" sz="1400" b="1" dirty="0"/>
              <a:t>Features</a:t>
            </a:r>
            <a:r>
              <a:rPr lang="en-US" sz="1400" dirty="0"/>
              <a:t>: 5000 TF-IDF features</a:t>
            </a:r>
          </a:p>
          <a:p>
            <a:pPr>
              <a:buFont typeface="Arial" panose="020B0604020202020204" pitchFamily="34" charset="0"/>
              <a:buChar char="•"/>
            </a:pPr>
            <a:r>
              <a:rPr lang="en-US" sz="1400" b="1" dirty="0"/>
              <a:t>Train/Test Split</a:t>
            </a:r>
            <a:r>
              <a:rPr lang="en-US" sz="1400" dirty="0"/>
              <a:t>: 80/20 stratified (2000/500)</a:t>
            </a:r>
          </a:p>
          <a:p>
            <a:pPr>
              <a:buFont typeface="Arial" panose="020B0604020202020204" pitchFamily="34" charset="0"/>
              <a:buChar char="•"/>
            </a:pPr>
            <a:r>
              <a:rPr lang="en-US" sz="1400" b="1" dirty="0"/>
              <a:t>Accuracy</a:t>
            </a:r>
            <a:r>
              <a:rPr lang="en-US" sz="1400" dirty="0"/>
              <a:t>: 0.85</a:t>
            </a:r>
          </a:p>
          <a:p>
            <a:pPr>
              <a:buFont typeface="Arial" panose="020B0604020202020204" pitchFamily="34" charset="0"/>
              <a:buChar char="•"/>
            </a:pPr>
            <a:r>
              <a:rPr lang="en-US" sz="1400" b="1" dirty="0"/>
              <a:t>F1 Score</a:t>
            </a:r>
            <a:r>
              <a:rPr lang="en-US" sz="1400" dirty="0"/>
              <a:t>: 0.85</a:t>
            </a:r>
          </a:p>
          <a:p>
            <a:pPr>
              <a:buFont typeface="Arial" panose="020B0604020202020204" pitchFamily="34" charset="0"/>
              <a:buChar char="•"/>
            </a:pPr>
            <a:r>
              <a:rPr lang="en-US" sz="1400" b="1" dirty="0"/>
              <a:t>ROC-AUC</a:t>
            </a:r>
            <a:r>
              <a:rPr lang="en-US" sz="1400" dirty="0"/>
              <a:t>: 0.925</a:t>
            </a:r>
          </a:p>
          <a:p>
            <a:pPr>
              <a:buFont typeface="Arial" panose="020B0604020202020204" pitchFamily="34" charset="0"/>
              <a:buChar char="•"/>
            </a:pPr>
            <a:r>
              <a:rPr lang="en-US" sz="1400" b="1" dirty="0"/>
              <a:t>Confusion Matrix</a:t>
            </a:r>
            <a:r>
              <a:rPr lang="en-US" sz="1400" dirty="0"/>
              <a:t>:</a:t>
            </a:r>
          </a:p>
          <a:p>
            <a:pPr marL="742950" lvl="1" indent="-285750">
              <a:buFont typeface="Arial" panose="020B0604020202020204" pitchFamily="34" charset="0"/>
              <a:buChar char="•"/>
            </a:pPr>
            <a:r>
              <a:rPr lang="en-US" sz="1400" dirty="0"/>
              <a:t>True Negative: 213</a:t>
            </a:r>
          </a:p>
          <a:p>
            <a:pPr marL="742950" lvl="1" indent="-285750">
              <a:buFont typeface="Arial" panose="020B0604020202020204" pitchFamily="34" charset="0"/>
              <a:buChar char="•"/>
            </a:pPr>
            <a:r>
              <a:rPr lang="en-US" sz="1400" dirty="0"/>
              <a:t>False Positive: 34</a:t>
            </a:r>
          </a:p>
          <a:p>
            <a:pPr marL="742950" lvl="1" indent="-285750">
              <a:buFont typeface="Arial" panose="020B0604020202020204" pitchFamily="34" charset="0"/>
              <a:buChar char="•"/>
            </a:pPr>
            <a:r>
              <a:rPr lang="en-US" sz="1400" dirty="0"/>
              <a:t>False Negative: 41</a:t>
            </a:r>
          </a:p>
          <a:p>
            <a:pPr marL="742950" lvl="1" indent="-285750">
              <a:buFont typeface="Arial" panose="020B0604020202020204" pitchFamily="34" charset="0"/>
              <a:buChar char="•"/>
            </a:pPr>
            <a:r>
              <a:rPr lang="en-US" sz="1400" dirty="0"/>
              <a:t>True Positive: 212</a:t>
            </a:r>
          </a:p>
          <a:p>
            <a:pPr>
              <a:buFont typeface="Arial" panose="020B0604020202020204" pitchFamily="34" charset="0"/>
              <a:buChar char="•"/>
            </a:pPr>
            <a:r>
              <a:rPr lang="en-US" sz="1400" b="1" dirty="0"/>
              <a:t>Insight</a:t>
            </a:r>
            <a:r>
              <a:rPr lang="en-US" sz="1400" dirty="0"/>
              <a:t>: Slight improvement over Logistic Regression. Maintains strong balance between precision and recall with slightly fewer false positives.</a:t>
            </a:r>
            <a:endParaRPr kumimoji="0" lang="en-US" altLang="en-US" sz="1400" b="0" i="0" u="none" strike="noStrike" cap="none" normalizeH="0" baseline="0" dirty="0">
              <a:ln>
                <a:noFill/>
              </a:ln>
              <a:effectLst/>
              <a:latin typeface="Arial" panose="020B0604020202020204" pitchFamily="34" charset="0"/>
            </a:endParaRPr>
          </a:p>
        </p:txBody>
      </p:sp>
      <p:pic>
        <p:nvPicPr>
          <p:cNvPr id="5" name="Picture 4" descr="A screenshot of a graph&#10;&#10;AI-generated content may be incorrect.">
            <a:extLst>
              <a:ext uri="{FF2B5EF4-FFF2-40B4-BE49-F238E27FC236}">
                <a16:creationId xmlns:a16="http://schemas.microsoft.com/office/drawing/2014/main" id="{50FC2A86-AF77-9E2E-74D8-9A16929534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0610" y="1272632"/>
            <a:ext cx="4737650" cy="4334950"/>
          </a:xfrm>
          <a:prstGeom prst="rect">
            <a:avLst/>
          </a:prstGeom>
        </p:spPr>
      </p:pic>
    </p:spTree>
    <p:extLst>
      <p:ext uri="{BB962C8B-B14F-4D97-AF65-F5344CB8AC3E}">
        <p14:creationId xmlns:p14="http://schemas.microsoft.com/office/powerpoint/2010/main" val="730312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6CE29C1-BD9A-ABDE-E13D-67BD71342B2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F821940F-7A1D-4ACC-85B4-A932898AB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16674508-81D3-48CF-96BF-7FC60EAA57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741994" cy="6858000"/>
          </a:xfrm>
          <a:custGeom>
            <a:avLst/>
            <a:gdLst>
              <a:gd name="connsiteX0" fmla="*/ 0 w 6568309"/>
              <a:gd name="connsiteY0" fmla="*/ 0 h 6858000"/>
              <a:gd name="connsiteX1" fmla="*/ 362841 w 6568309"/>
              <a:gd name="connsiteY1" fmla="*/ 0 h 6858000"/>
              <a:gd name="connsiteX2" fmla="*/ 523269 w 6568309"/>
              <a:gd name="connsiteY2" fmla="*/ 0 h 6858000"/>
              <a:gd name="connsiteX3" fmla="*/ 1343025 w 6568309"/>
              <a:gd name="connsiteY3" fmla="*/ 0 h 6858000"/>
              <a:gd name="connsiteX4" fmla="*/ 1705866 w 6568309"/>
              <a:gd name="connsiteY4" fmla="*/ 0 h 6858000"/>
              <a:gd name="connsiteX5" fmla="*/ 1866294 w 6568309"/>
              <a:gd name="connsiteY5" fmla="*/ 0 h 6858000"/>
              <a:gd name="connsiteX6" fmla="*/ 5225154 w 6568309"/>
              <a:gd name="connsiteY6" fmla="*/ 0 h 6858000"/>
              <a:gd name="connsiteX7" fmla="*/ 6568179 w 6568309"/>
              <a:gd name="connsiteY7" fmla="*/ 0 h 6858000"/>
              <a:gd name="connsiteX8" fmla="*/ 6568309 w 6568309"/>
              <a:gd name="connsiteY8" fmla="*/ 1 h 6858000"/>
              <a:gd name="connsiteX9" fmla="*/ 6562951 w 6568309"/>
              <a:gd name="connsiteY9" fmla="*/ 30700 h 6858000"/>
              <a:gd name="connsiteX10" fmla="*/ 6547446 w 6568309"/>
              <a:gd name="connsiteY10" fmla="*/ 310025 h 6858000"/>
              <a:gd name="connsiteX11" fmla="*/ 6558316 w 6568309"/>
              <a:gd name="connsiteY11" fmla="*/ 443960 h 6858000"/>
              <a:gd name="connsiteX12" fmla="*/ 6528896 w 6568309"/>
              <a:gd name="connsiteY12" fmla="*/ 642659 h 6858000"/>
              <a:gd name="connsiteX13" fmla="*/ 6523095 w 6568309"/>
              <a:gd name="connsiteY13" fmla="*/ 673307 h 6858000"/>
              <a:gd name="connsiteX14" fmla="*/ 6496169 w 6568309"/>
              <a:gd name="connsiteY14" fmla="*/ 839641 h 6858000"/>
              <a:gd name="connsiteX15" fmla="*/ 6450789 w 6568309"/>
              <a:gd name="connsiteY15" fmla="*/ 958357 h 6858000"/>
              <a:gd name="connsiteX16" fmla="*/ 6453996 w 6568309"/>
              <a:gd name="connsiteY16" fmla="*/ 963398 h 6858000"/>
              <a:gd name="connsiteX17" fmla="*/ 6419467 w 6568309"/>
              <a:gd name="connsiteY17" fmla="*/ 1117169 h 6858000"/>
              <a:gd name="connsiteX18" fmla="*/ 6417348 w 6568309"/>
              <a:gd name="connsiteY18" fmla="*/ 1144352 h 6858000"/>
              <a:gd name="connsiteX19" fmla="*/ 6418473 w 6568309"/>
              <a:gd name="connsiteY19" fmla="*/ 1164484 h 6858000"/>
              <a:gd name="connsiteX20" fmla="*/ 6406979 w 6568309"/>
              <a:gd name="connsiteY20" fmla="*/ 1213829 h 6858000"/>
              <a:gd name="connsiteX21" fmla="*/ 6381928 w 6568309"/>
              <a:gd name="connsiteY21" fmla="*/ 1294823 h 6858000"/>
              <a:gd name="connsiteX22" fmla="*/ 6377948 w 6568309"/>
              <a:gd name="connsiteY22" fmla="*/ 1312193 h 6858000"/>
              <a:gd name="connsiteX23" fmla="*/ 6379894 w 6568309"/>
              <a:gd name="connsiteY23" fmla="*/ 1327626 h 6858000"/>
              <a:gd name="connsiteX24" fmla="*/ 6385024 w 6568309"/>
              <a:gd name="connsiteY24" fmla="*/ 1331644 h 6858000"/>
              <a:gd name="connsiteX25" fmla="*/ 6383696 w 6568309"/>
              <a:gd name="connsiteY25" fmla="*/ 1341276 h 6858000"/>
              <a:gd name="connsiteX26" fmla="*/ 6384464 w 6568309"/>
              <a:gd name="connsiteY26" fmla="*/ 1343945 h 6858000"/>
              <a:gd name="connsiteX27" fmla="*/ 6387748 w 6568309"/>
              <a:gd name="connsiteY27" fmla="*/ 1359134 h 6858000"/>
              <a:gd name="connsiteX28" fmla="*/ 6364157 w 6568309"/>
              <a:gd name="connsiteY28" fmla="*/ 1427803 h 6858000"/>
              <a:gd name="connsiteX29" fmla="*/ 6335874 w 6568309"/>
              <a:gd name="connsiteY29" fmla="*/ 1540278 h 6858000"/>
              <a:gd name="connsiteX30" fmla="*/ 6331892 w 6568309"/>
              <a:gd name="connsiteY30" fmla="*/ 1547262 h 6858000"/>
              <a:gd name="connsiteX31" fmla="*/ 6332744 w 6568309"/>
              <a:gd name="connsiteY31" fmla="*/ 1577056 h 6858000"/>
              <a:gd name="connsiteX32" fmla="*/ 6333604 w 6568309"/>
              <a:gd name="connsiteY32" fmla="*/ 1595898 h 6858000"/>
              <a:gd name="connsiteX33" fmla="*/ 6324749 w 6568309"/>
              <a:gd name="connsiteY33" fmla="*/ 1703726 h 6858000"/>
              <a:gd name="connsiteX34" fmla="*/ 6329594 w 6568309"/>
              <a:gd name="connsiteY34" fmla="*/ 1809535 h 6858000"/>
              <a:gd name="connsiteX35" fmla="*/ 6329062 w 6568309"/>
              <a:gd name="connsiteY35" fmla="*/ 2018310 h 6858000"/>
              <a:gd name="connsiteX36" fmla="*/ 6321735 w 6568309"/>
              <a:gd name="connsiteY36" fmla="*/ 2071355 h 6858000"/>
              <a:gd name="connsiteX37" fmla="*/ 6322678 w 6568309"/>
              <a:gd name="connsiteY37" fmla="*/ 2141166 h 6858000"/>
              <a:gd name="connsiteX38" fmla="*/ 6321340 w 6568309"/>
              <a:gd name="connsiteY38" fmla="*/ 2154548 h 6858000"/>
              <a:gd name="connsiteX39" fmla="*/ 6316582 w 6568309"/>
              <a:gd name="connsiteY39" fmla="*/ 2158153 h 6858000"/>
              <a:gd name="connsiteX40" fmla="*/ 6311428 w 6568309"/>
              <a:gd name="connsiteY40" fmla="*/ 2178174 h 6858000"/>
              <a:gd name="connsiteX41" fmla="*/ 6310192 w 6568309"/>
              <a:gd name="connsiteY41" fmla="*/ 2202858 h 6858000"/>
              <a:gd name="connsiteX42" fmla="*/ 6309211 w 6568309"/>
              <a:gd name="connsiteY42" fmla="*/ 2320214 h 6858000"/>
              <a:gd name="connsiteX43" fmla="*/ 6300151 w 6568309"/>
              <a:gd name="connsiteY43" fmla="*/ 2417011 h 6858000"/>
              <a:gd name="connsiteX44" fmla="*/ 6295176 w 6568309"/>
              <a:gd name="connsiteY44" fmla="*/ 2454207 h 6858000"/>
              <a:gd name="connsiteX45" fmla="*/ 6293727 w 6568309"/>
              <a:gd name="connsiteY45" fmla="*/ 2487203 h 6858000"/>
              <a:gd name="connsiteX46" fmla="*/ 6285477 w 6568309"/>
              <a:gd name="connsiteY46" fmla="*/ 2512282 h 6858000"/>
              <a:gd name="connsiteX47" fmla="*/ 6286205 w 6568309"/>
              <a:gd name="connsiteY47" fmla="*/ 2514318 h 6858000"/>
              <a:gd name="connsiteX48" fmla="*/ 6304629 w 6568309"/>
              <a:gd name="connsiteY48" fmla="*/ 2574334 h 6858000"/>
              <a:gd name="connsiteX49" fmla="*/ 6303842 w 6568309"/>
              <a:gd name="connsiteY49" fmla="*/ 2579877 h 6858000"/>
              <a:gd name="connsiteX50" fmla="*/ 6303953 w 6568309"/>
              <a:gd name="connsiteY50" fmla="*/ 2608928 h 6858000"/>
              <a:gd name="connsiteX51" fmla="*/ 6303530 w 6568309"/>
              <a:gd name="connsiteY51" fmla="*/ 2613111 h 6858000"/>
              <a:gd name="connsiteX52" fmla="*/ 6297474 w 6568309"/>
              <a:gd name="connsiteY52" fmla="*/ 2621996 h 6858000"/>
              <a:gd name="connsiteX53" fmla="*/ 6299263 w 6568309"/>
              <a:gd name="connsiteY53" fmla="*/ 2634265 h 6858000"/>
              <a:gd name="connsiteX54" fmla="*/ 6293065 w 6568309"/>
              <a:gd name="connsiteY54" fmla="*/ 2647237 h 6858000"/>
              <a:gd name="connsiteX55" fmla="*/ 6297496 w 6568309"/>
              <a:gd name="connsiteY55" fmla="*/ 2650786 h 6858000"/>
              <a:gd name="connsiteX56" fmla="*/ 6301708 w 6568309"/>
              <a:gd name="connsiteY56" fmla="*/ 2661993 h 6858000"/>
              <a:gd name="connsiteX57" fmla="*/ 6295884 w 6568309"/>
              <a:gd name="connsiteY57" fmla="*/ 2670949 h 6858000"/>
              <a:gd name="connsiteX58" fmla="*/ 6291714 w 6568309"/>
              <a:gd name="connsiteY58" fmla="*/ 2690255 h 6858000"/>
              <a:gd name="connsiteX59" fmla="*/ 6292327 w 6568309"/>
              <a:gd name="connsiteY59" fmla="*/ 2695683 h 6858000"/>
              <a:gd name="connsiteX60" fmla="*/ 6284410 w 6568309"/>
              <a:gd name="connsiteY60" fmla="*/ 2713964 h 6858000"/>
              <a:gd name="connsiteX61" fmla="*/ 6280410 w 6568309"/>
              <a:gd name="connsiteY61" fmla="*/ 2730175 h 6858000"/>
              <a:gd name="connsiteX62" fmla="*/ 6288082 w 6568309"/>
              <a:gd name="connsiteY62" fmla="*/ 2763497 h 6858000"/>
              <a:gd name="connsiteX63" fmla="*/ 6260924 w 6568309"/>
              <a:gd name="connsiteY63" fmla="*/ 3051539 h 6858000"/>
              <a:gd name="connsiteX64" fmla="*/ 6210151 w 6568309"/>
              <a:gd name="connsiteY64" fmla="*/ 3335396 h 6858000"/>
              <a:gd name="connsiteX65" fmla="*/ 6212034 w 6568309"/>
              <a:gd name="connsiteY65" fmla="*/ 3456509 h 6858000"/>
              <a:gd name="connsiteX66" fmla="*/ 6197490 w 6568309"/>
              <a:gd name="connsiteY66" fmla="*/ 3531827 h 6858000"/>
              <a:gd name="connsiteX67" fmla="*/ 6208018 w 6568309"/>
              <a:gd name="connsiteY67" fmla="*/ 3570877 h 6858000"/>
              <a:gd name="connsiteX68" fmla="*/ 6205920 w 6568309"/>
              <a:gd name="connsiteY68" fmla="*/ 3583849 h 6858000"/>
              <a:gd name="connsiteX69" fmla="*/ 6199616 w 6568309"/>
              <a:gd name="connsiteY69" fmla="*/ 3592763 h 6858000"/>
              <a:gd name="connsiteX70" fmla="*/ 6181288 w 6568309"/>
              <a:gd name="connsiteY70" fmla="*/ 3653485 h 6858000"/>
              <a:gd name="connsiteX71" fmla="*/ 6175963 w 6568309"/>
              <a:gd name="connsiteY71" fmla="*/ 3670528 h 6858000"/>
              <a:gd name="connsiteX72" fmla="*/ 6176722 w 6568309"/>
              <a:gd name="connsiteY72" fmla="*/ 3685990 h 6858000"/>
              <a:gd name="connsiteX73" fmla="*/ 6181549 w 6568309"/>
              <a:gd name="connsiteY73" fmla="*/ 3690283 h 6858000"/>
              <a:gd name="connsiteX74" fmla="*/ 6179476 w 6568309"/>
              <a:gd name="connsiteY74" fmla="*/ 3699787 h 6858000"/>
              <a:gd name="connsiteX75" fmla="*/ 6180040 w 6568309"/>
              <a:gd name="connsiteY75" fmla="*/ 3702486 h 6858000"/>
              <a:gd name="connsiteX76" fmla="*/ 6182155 w 6568309"/>
              <a:gd name="connsiteY76" fmla="*/ 3717784 h 6858000"/>
              <a:gd name="connsiteX77" fmla="*/ 6158980 w 6568309"/>
              <a:gd name="connsiteY77" fmla="*/ 3746229 h 6858000"/>
              <a:gd name="connsiteX78" fmla="*/ 6096049 w 6568309"/>
              <a:gd name="connsiteY78" fmla="*/ 3924910 h 6858000"/>
              <a:gd name="connsiteX79" fmla="*/ 6069712 w 6568309"/>
              <a:gd name="connsiteY79" fmla="*/ 3989353 h 6858000"/>
              <a:gd name="connsiteX80" fmla="*/ 6067330 w 6568309"/>
              <a:gd name="connsiteY80" fmla="*/ 4033899 h 6858000"/>
              <a:gd name="connsiteX81" fmla="*/ 6061081 w 6568309"/>
              <a:gd name="connsiteY81" fmla="*/ 4142250 h 6858000"/>
              <a:gd name="connsiteX82" fmla="*/ 6042858 w 6568309"/>
              <a:gd name="connsiteY82" fmla="*/ 4329442 h 6858000"/>
              <a:gd name="connsiteX83" fmla="*/ 6034182 w 6568309"/>
              <a:gd name="connsiteY83" fmla="*/ 4456184 h 6858000"/>
              <a:gd name="connsiteX84" fmla="*/ 6029178 w 6568309"/>
              <a:gd name="connsiteY84" fmla="*/ 4468478 h 6858000"/>
              <a:gd name="connsiteX85" fmla="*/ 6029974 w 6568309"/>
              <a:gd name="connsiteY85" fmla="*/ 4469862 h 6858000"/>
              <a:gd name="connsiteX86" fmla="*/ 6028340 w 6568309"/>
              <a:gd name="connsiteY86" fmla="*/ 4483797 h 6858000"/>
              <a:gd name="connsiteX87" fmla="*/ 6025168 w 6568309"/>
              <a:gd name="connsiteY87" fmla="*/ 4487091 h 6858000"/>
              <a:gd name="connsiteX88" fmla="*/ 6023164 w 6568309"/>
              <a:gd name="connsiteY88" fmla="*/ 4496728 h 6858000"/>
              <a:gd name="connsiteX89" fmla="*/ 6016839 w 6568309"/>
              <a:gd name="connsiteY89" fmla="*/ 4515918 h 6858000"/>
              <a:gd name="connsiteX90" fmla="*/ 6017886 w 6568309"/>
              <a:gd name="connsiteY90" fmla="*/ 4519316 h 6858000"/>
              <a:gd name="connsiteX91" fmla="*/ 6011819 w 6568309"/>
              <a:gd name="connsiteY91" fmla="*/ 4547957 h 6858000"/>
              <a:gd name="connsiteX92" fmla="*/ 6012791 w 6568309"/>
              <a:gd name="connsiteY92" fmla="*/ 4548262 h 6858000"/>
              <a:gd name="connsiteX93" fmla="*/ 6015703 w 6568309"/>
              <a:gd name="connsiteY93" fmla="*/ 4555939 h 6858000"/>
              <a:gd name="connsiteX94" fmla="*/ 6018854 w 6568309"/>
              <a:gd name="connsiteY94" fmla="*/ 4570815 h 6858000"/>
              <a:gd name="connsiteX95" fmla="*/ 6033000 w 6568309"/>
              <a:gd name="connsiteY95" fmla="*/ 4633846 h 6858000"/>
              <a:gd name="connsiteX96" fmla="*/ 6032325 w 6568309"/>
              <a:gd name="connsiteY96" fmla="*/ 4639816 h 6858000"/>
              <a:gd name="connsiteX97" fmla="*/ 6032549 w 6568309"/>
              <a:gd name="connsiteY97" fmla="*/ 4639923 h 6858000"/>
              <a:gd name="connsiteX98" fmla="*/ 6032309 w 6568309"/>
              <a:gd name="connsiteY98" fmla="*/ 4646192 h 6858000"/>
              <a:gd name="connsiteX99" fmla="*/ 6031095 w 6568309"/>
              <a:gd name="connsiteY99" fmla="*/ 4650706 h 6858000"/>
              <a:gd name="connsiteX100" fmla="*/ 6029786 w 6568309"/>
              <a:gd name="connsiteY100" fmla="*/ 4662290 h 6858000"/>
              <a:gd name="connsiteX101" fmla="*/ 6030911 w 6568309"/>
              <a:gd name="connsiteY101" fmla="*/ 4666180 h 6858000"/>
              <a:gd name="connsiteX102" fmla="*/ 6033630 w 6568309"/>
              <a:gd name="connsiteY102" fmla="*/ 4667585 h 6858000"/>
              <a:gd name="connsiteX103" fmla="*/ 6033189 w 6568309"/>
              <a:gd name="connsiteY103" fmla="*/ 4668660 h 6858000"/>
              <a:gd name="connsiteX104" fmla="*/ 6038764 w 6568309"/>
              <a:gd name="connsiteY104" fmla="*/ 4689807 h 6858000"/>
              <a:gd name="connsiteX105" fmla="*/ 6042217 w 6568309"/>
              <a:gd name="connsiteY105" fmla="*/ 4737890 h 6858000"/>
              <a:gd name="connsiteX106" fmla="*/ 6040543 w 6568309"/>
              <a:gd name="connsiteY106" fmla="*/ 4765657 h 6858000"/>
              <a:gd name="connsiteX107" fmla="*/ 6039956 w 6568309"/>
              <a:gd name="connsiteY107" fmla="*/ 4841463 h 6858000"/>
              <a:gd name="connsiteX108" fmla="*/ 6057123 w 6568309"/>
              <a:gd name="connsiteY108" fmla="*/ 4969863 h 6858000"/>
              <a:gd name="connsiteX109" fmla="*/ 6055039 w 6568309"/>
              <a:gd name="connsiteY109" fmla="*/ 4974028 h 6858000"/>
              <a:gd name="connsiteX110" fmla="*/ 6053462 w 6568309"/>
              <a:gd name="connsiteY110" fmla="*/ 4980318 h 6858000"/>
              <a:gd name="connsiteX111" fmla="*/ 6053643 w 6568309"/>
              <a:gd name="connsiteY111" fmla="*/ 4980501 h 6858000"/>
              <a:gd name="connsiteX112" fmla="*/ 6051733 w 6568309"/>
              <a:gd name="connsiteY112" fmla="*/ 4986338 h 6858000"/>
              <a:gd name="connsiteX113" fmla="*/ 6049602 w 6568309"/>
              <a:gd name="connsiteY113" fmla="*/ 4991296 h 6858000"/>
              <a:gd name="connsiteX114" fmla="*/ 6075165 w 6568309"/>
              <a:gd name="connsiteY114" fmla="*/ 5076895 h 6858000"/>
              <a:gd name="connsiteX115" fmla="*/ 6073751 w 6568309"/>
              <a:gd name="connsiteY115" fmla="*/ 5081568 h 6858000"/>
              <a:gd name="connsiteX116" fmla="*/ 6073150 w 6568309"/>
              <a:gd name="connsiteY116" fmla="*/ 5088173 h 6858000"/>
              <a:gd name="connsiteX117" fmla="*/ 6073355 w 6568309"/>
              <a:gd name="connsiteY117" fmla="*/ 5088300 h 6858000"/>
              <a:gd name="connsiteX118" fmla="*/ 6072362 w 6568309"/>
              <a:gd name="connsiteY118" fmla="*/ 5094558 h 6858000"/>
              <a:gd name="connsiteX119" fmla="*/ 6064726 w 6568309"/>
              <a:gd name="connsiteY119" fmla="*/ 5125620 h 6858000"/>
              <a:gd name="connsiteX120" fmla="*/ 6065415 w 6568309"/>
              <a:gd name="connsiteY120" fmla="*/ 5268004 h 6858000"/>
              <a:gd name="connsiteX121" fmla="*/ 6066081 w 6568309"/>
              <a:gd name="connsiteY121" fmla="*/ 5269530 h 6858000"/>
              <a:gd name="connsiteX122" fmla="*/ 6043407 w 6568309"/>
              <a:gd name="connsiteY122" fmla="*/ 5390941 h 6858000"/>
              <a:gd name="connsiteX123" fmla="*/ 6025377 w 6568309"/>
              <a:gd name="connsiteY123" fmla="*/ 5539927 h 6858000"/>
              <a:gd name="connsiteX124" fmla="*/ 6010052 w 6568309"/>
              <a:gd name="connsiteY124" fmla="*/ 5791594 h 6858000"/>
              <a:gd name="connsiteX125" fmla="*/ 5994220 w 6568309"/>
              <a:gd name="connsiteY125" fmla="*/ 5855206 h 6858000"/>
              <a:gd name="connsiteX126" fmla="*/ 5982580 w 6568309"/>
              <a:gd name="connsiteY126" fmla="*/ 5873582 h 6858000"/>
              <a:gd name="connsiteX127" fmla="*/ 5983608 w 6568309"/>
              <a:gd name="connsiteY127" fmla="*/ 5876037 h 6858000"/>
              <a:gd name="connsiteX128" fmla="*/ 5983535 w 6568309"/>
              <a:gd name="connsiteY128" fmla="*/ 5886534 h 6858000"/>
              <a:gd name="connsiteX129" fmla="*/ 5988737 w 6568309"/>
              <a:gd name="connsiteY129" fmla="*/ 5888644 h 6858000"/>
              <a:gd name="connsiteX130" fmla="*/ 5992371 w 6568309"/>
              <a:gd name="connsiteY130" fmla="*/ 5903832 h 6858000"/>
              <a:gd name="connsiteX131" fmla="*/ 5990780 w 6568309"/>
              <a:gd name="connsiteY131" fmla="*/ 5923391 h 6858000"/>
              <a:gd name="connsiteX132" fmla="*/ 5993870 w 6568309"/>
              <a:gd name="connsiteY132" fmla="*/ 6013205 h 6858000"/>
              <a:gd name="connsiteX133" fmla="*/ 5997673 w 6568309"/>
              <a:gd name="connsiteY133" fmla="*/ 6074018 h 6858000"/>
              <a:gd name="connsiteX134" fmla="*/ 6014840 w 6568309"/>
              <a:gd name="connsiteY134" fmla="*/ 6130837 h 6858000"/>
              <a:gd name="connsiteX135" fmla="*/ 6010704 w 6568309"/>
              <a:gd name="connsiteY135" fmla="*/ 6152982 h 6858000"/>
              <a:gd name="connsiteX136" fmla="*/ 6038294 w 6568309"/>
              <a:gd name="connsiteY136" fmla="*/ 6221100 h 6858000"/>
              <a:gd name="connsiteX137" fmla="*/ 6052331 w 6568309"/>
              <a:gd name="connsiteY137" fmla="*/ 6287550 h 6858000"/>
              <a:gd name="connsiteX138" fmla="*/ 6074143 w 6568309"/>
              <a:gd name="connsiteY138" fmla="*/ 6401595 h 6858000"/>
              <a:gd name="connsiteX139" fmla="*/ 6060199 w 6568309"/>
              <a:gd name="connsiteY139" fmla="*/ 6487110 h 6858000"/>
              <a:gd name="connsiteX140" fmla="*/ 6081156 w 6568309"/>
              <a:gd name="connsiteY140" fmla="*/ 6588589 h 6858000"/>
              <a:gd name="connsiteX141" fmla="*/ 6114944 w 6568309"/>
              <a:gd name="connsiteY141" fmla="*/ 6769963 h 6858000"/>
              <a:gd name="connsiteX142" fmla="*/ 6128950 w 6568309"/>
              <a:gd name="connsiteY142" fmla="*/ 6835814 h 6858000"/>
              <a:gd name="connsiteX143" fmla="*/ 6132536 w 6568309"/>
              <a:gd name="connsiteY143" fmla="*/ 6858000 h 6858000"/>
              <a:gd name="connsiteX144" fmla="*/ 4789511 w 6568309"/>
              <a:gd name="connsiteY144" fmla="*/ 6858000 h 6858000"/>
              <a:gd name="connsiteX145" fmla="*/ 1866294 w 6568309"/>
              <a:gd name="connsiteY145" fmla="*/ 6858000 h 6858000"/>
              <a:gd name="connsiteX146" fmla="*/ 1705866 w 6568309"/>
              <a:gd name="connsiteY146" fmla="*/ 6858000 h 6858000"/>
              <a:gd name="connsiteX147" fmla="*/ 1343025 w 6568309"/>
              <a:gd name="connsiteY147" fmla="*/ 6858000 h 6858000"/>
              <a:gd name="connsiteX148" fmla="*/ 523269 w 6568309"/>
              <a:gd name="connsiteY148" fmla="*/ 6858000 h 6858000"/>
              <a:gd name="connsiteX149" fmla="*/ 362841 w 6568309"/>
              <a:gd name="connsiteY149" fmla="*/ 6858000 h 6858000"/>
              <a:gd name="connsiteX150" fmla="*/ 0 w 6568309"/>
              <a:gd name="connsiteY15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6568309" h="6858000">
                <a:moveTo>
                  <a:pt x="0" y="0"/>
                </a:moveTo>
                <a:lnTo>
                  <a:pt x="362841" y="0"/>
                </a:lnTo>
                <a:lnTo>
                  <a:pt x="523269" y="0"/>
                </a:lnTo>
                <a:lnTo>
                  <a:pt x="1343025" y="0"/>
                </a:lnTo>
                <a:lnTo>
                  <a:pt x="1705866" y="0"/>
                </a:lnTo>
                <a:lnTo>
                  <a:pt x="1866294" y="0"/>
                </a:lnTo>
                <a:lnTo>
                  <a:pt x="5225154" y="0"/>
                </a:lnTo>
                <a:lnTo>
                  <a:pt x="6568179" y="0"/>
                </a:lnTo>
                <a:lnTo>
                  <a:pt x="6568309" y="1"/>
                </a:lnTo>
                <a:lnTo>
                  <a:pt x="6562951" y="30700"/>
                </a:lnTo>
                <a:cubicBezTo>
                  <a:pt x="6559126" y="84364"/>
                  <a:pt x="6548218" y="241149"/>
                  <a:pt x="6547446" y="310025"/>
                </a:cubicBezTo>
                <a:cubicBezTo>
                  <a:pt x="6550151" y="367544"/>
                  <a:pt x="6557712" y="408251"/>
                  <a:pt x="6558316" y="443960"/>
                </a:cubicBezTo>
                <a:cubicBezTo>
                  <a:pt x="6555224" y="499397"/>
                  <a:pt x="6534767" y="604434"/>
                  <a:pt x="6528896" y="642659"/>
                </a:cubicBezTo>
                <a:cubicBezTo>
                  <a:pt x="6535204" y="657287"/>
                  <a:pt x="6515365" y="658191"/>
                  <a:pt x="6523095" y="673307"/>
                </a:cubicBezTo>
                <a:cubicBezTo>
                  <a:pt x="6523388" y="693769"/>
                  <a:pt x="6506868" y="797295"/>
                  <a:pt x="6496169" y="839641"/>
                </a:cubicBezTo>
                <a:cubicBezTo>
                  <a:pt x="6484119" y="887148"/>
                  <a:pt x="6457817" y="937731"/>
                  <a:pt x="6450789" y="958357"/>
                </a:cubicBezTo>
                <a:cubicBezTo>
                  <a:pt x="6443760" y="978983"/>
                  <a:pt x="6459217" y="936930"/>
                  <a:pt x="6453996" y="963398"/>
                </a:cubicBezTo>
                <a:cubicBezTo>
                  <a:pt x="6448777" y="989867"/>
                  <a:pt x="6425575" y="1087010"/>
                  <a:pt x="6419467" y="1117169"/>
                </a:cubicBezTo>
                <a:cubicBezTo>
                  <a:pt x="6431540" y="1118586"/>
                  <a:pt x="6409651" y="1135372"/>
                  <a:pt x="6417348" y="1144352"/>
                </a:cubicBezTo>
                <a:cubicBezTo>
                  <a:pt x="6424109" y="1150681"/>
                  <a:pt x="6419047" y="1157251"/>
                  <a:pt x="6418473" y="1164484"/>
                </a:cubicBezTo>
                <a:cubicBezTo>
                  <a:pt x="6423767" y="1173524"/>
                  <a:pt x="6413947" y="1205209"/>
                  <a:pt x="6406979" y="1213829"/>
                </a:cubicBezTo>
                <a:cubicBezTo>
                  <a:pt x="6382818" y="1235037"/>
                  <a:pt x="6400452" y="1277327"/>
                  <a:pt x="6381928" y="1294823"/>
                </a:cubicBezTo>
                <a:cubicBezTo>
                  <a:pt x="6379195" y="1300845"/>
                  <a:pt x="6378069" y="1306615"/>
                  <a:pt x="6377948" y="1312193"/>
                </a:cubicBezTo>
                <a:lnTo>
                  <a:pt x="6379894" y="1327626"/>
                </a:lnTo>
                <a:lnTo>
                  <a:pt x="6385024" y="1331644"/>
                </a:lnTo>
                <a:lnTo>
                  <a:pt x="6383696" y="1341276"/>
                </a:lnTo>
                <a:cubicBezTo>
                  <a:pt x="6383952" y="1342166"/>
                  <a:pt x="6384208" y="1343055"/>
                  <a:pt x="6384464" y="1343945"/>
                </a:cubicBezTo>
                <a:cubicBezTo>
                  <a:pt x="6385957" y="1349040"/>
                  <a:pt x="6387253" y="1354080"/>
                  <a:pt x="6387748" y="1359134"/>
                </a:cubicBezTo>
                <a:cubicBezTo>
                  <a:pt x="6384363" y="1373109"/>
                  <a:pt x="6372802" y="1397612"/>
                  <a:pt x="6364157" y="1427803"/>
                </a:cubicBezTo>
                <a:cubicBezTo>
                  <a:pt x="6348141" y="1460349"/>
                  <a:pt x="6348362" y="1505076"/>
                  <a:pt x="6335874" y="1540278"/>
                </a:cubicBezTo>
                <a:lnTo>
                  <a:pt x="6331892" y="1547262"/>
                </a:lnTo>
                <a:lnTo>
                  <a:pt x="6332744" y="1577056"/>
                </a:lnTo>
                <a:cubicBezTo>
                  <a:pt x="6335859" y="1582205"/>
                  <a:pt x="6336674" y="1589568"/>
                  <a:pt x="6333604" y="1595898"/>
                </a:cubicBezTo>
                <a:lnTo>
                  <a:pt x="6324749" y="1703726"/>
                </a:lnTo>
                <a:cubicBezTo>
                  <a:pt x="6324080" y="1739332"/>
                  <a:pt x="6318019" y="1754453"/>
                  <a:pt x="6329594" y="1809535"/>
                </a:cubicBezTo>
                <a:cubicBezTo>
                  <a:pt x="6344930" y="1868036"/>
                  <a:pt x="6323725" y="1952670"/>
                  <a:pt x="6329062" y="2018310"/>
                </a:cubicBezTo>
                <a:cubicBezTo>
                  <a:pt x="6308075" y="2053162"/>
                  <a:pt x="6326925" y="2034561"/>
                  <a:pt x="6321735" y="2071355"/>
                </a:cubicBezTo>
                <a:lnTo>
                  <a:pt x="6322678" y="2141166"/>
                </a:lnTo>
                <a:lnTo>
                  <a:pt x="6321340" y="2154548"/>
                </a:lnTo>
                <a:lnTo>
                  <a:pt x="6316582" y="2158153"/>
                </a:lnTo>
                <a:lnTo>
                  <a:pt x="6311428" y="2178174"/>
                </a:lnTo>
                <a:cubicBezTo>
                  <a:pt x="6310177" y="2185696"/>
                  <a:pt x="6309622" y="2193828"/>
                  <a:pt x="6310192" y="2202858"/>
                </a:cubicBezTo>
                <a:cubicBezTo>
                  <a:pt x="6319667" y="2232772"/>
                  <a:pt x="6296459" y="2283357"/>
                  <a:pt x="6309211" y="2320214"/>
                </a:cubicBezTo>
                <a:cubicBezTo>
                  <a:pt x="6307537" y="2355906"/>
                  <a:pt x="6302490" y="2394678"/>
                  <a:pt x="6300151" y="2417011"/>
                </a:cubicBezTo>
                <a:cubicBezTo>
                  <a:pt x="6292303" y="2426377"/>
                  <a:pt x="6304439" y="2456509"/>
                  <a:pt x="6295176" y="2454207"/>
                </a:cubicBezTo>
                <a:cubicBezTo>
                  <a:pt x="6299335" y="2464947"/>
                  <a:pt x="6297305" y="2476105"/>
                  <a:pt x="6293727" y="2487203"/>
                </a:cubicBezTo>
                <a:lnTo>
                  <a:pt x="6285477" y="2512282"/>
                </a:lnTo>
                <a:cubicBezTo>
                  <a:pt x="6285720" y="2512961"/>
                  <a:pt x="6285962" y="2513640"/>
                  <a:pt x="6286205" y="2514318"/>
                </a:cubicBezTo>
                <a:cubicBezTo>
                  <a:pt x="6292347" y="2534324"/>
                  <a:pt x="6298487" y="2554328"/>
                  <a:pt x="6304629" y="2574334"/>
                </a:cubicBezTo>
                <a:lnTo>
                  <a:pt x="6303842" y="2579877"/>
                </a:lnTo>
                <a:cubicBezTo>
                  <a:pt x="6303729" y="2585644"/>
                  <a:pt x="6304006" y="2603388"/>
                  <a:pt x="6303953" y="2608928"/>
                </a:cubicBezTo>
                <a:lnTo>
                  <a:pt x="6303530" y="2613111"/>
                </a:lnTo>
                <a:lnTo>
                  <a:pt x="6297474" y="2621996"/>
                </a:lnTo>
                <a:lnTo>
                  <a:pt x="6299263" y="2634265"/>
                </a:lnTo>
                <a:lnTo>
                  <a:pt x="6293065" y="2647237"/>
                </a:lnTo>
                <a:cubicBezTo>
                  <a:pt x="6294685" y="2648158"/>
                  <a:pt x="6296180" y="2649356"/>
                  <a:pt x="6297496" y="2650786"/>
                </a:cubicBezTo>
                <a:lnTo>
                  <a:pt x="6301708" y="2661993"/>
                </a:lnTo>
                <a:lnTo>
                  <a:pt x="6295884" y="2670949"/>
                </a:lnTo>
                <a:cubicBezTo>
                  <a:pt x="6304913" y="2672007"/>
                  <a:pt x="6294429" y="2681695"/>
                  <a:pt x="6291714" y="2690255"/>
                </a:cubicBezTo>
                <a:lnTo>
                  <a:pt x="6292327" y="2695683"/>
                </a:lnTo>
                <a:lnTo>
                  <a:pt x="6284410" y="2713964"/>
                </a:lnTo>
                <a:lnTo>
                  <a:pt x="6280410" y="2730175"/>
                </a:lnTo>
                <a:lnTo>
                  <a:pt x="6288082" y="2763497"/>
                </a:lnTo>
                <a:lnTo>
                  <a:pt x="6260924" y="3051539"/>
                </a:lnTo>
                <a:cubicBezTo>
                  <a:pt x="6251455" y="3165645"/>
                  <a:pt x="6222174" y="3216611"/>
                  <a:pt x="6210151" y="3335396"/>
                </a:cubicBezTo>
                <a:lnTo>
                  <a:pt x="6212034" y="3456509"/>
                </a:lnTo>
                <a:lnTo>
                  <a:pt x="6197490" y="3531827"/>
                </a:lnTo>
                <a:lnTo>
                  <a:pt x="6208018" y="3570877"/>
                </a:lnTo>
                <a:lnTo>
                  <a:pt x="6205920" y="3583849"/>
                </a:lnTo>
                <a:lnTo>
                  <a:pt x="6199616" y="3592763"/>
                </a:lnTo>
                <a:cubicBezTo>
                  <a:pt x="6191839" y="3613948"/>
                  <a:pt x="6196204" y="3641245"/>
                  <a:pt x="6181288" y="3653485"/>
                </a:cubicBezTo>
                <a:cubicBezTo>
                  <a:pt x="6178087" y="3659316"/>
                  <a:pt x="6176516" y="3664985"/>
                  <a:pt x="6175963" y="3670528"/>
                </a:cubicBezTo>
                <a:lnTo>
                  <a:pt x="6176722" y="3685990"/>
                </a:lnTo>
                <a:lnTo>
                  <a:pt x="6181549" y="3690283"/>
                </a:lnTo>
                <a:lnTo>
                  <a:pt x="6179476" y="3699787"/>
                </a:lnTo>
                <a:cubicBezTo>
                  <a:pt x="6179664" y="3700686"/>
                  <a:pt x="6179852" y="3701586"/>
                  <a:pt x="6180040" y="3702486"/>
                </a:cubicBezTo>
                <a:cubicBezTo>
                  <a:pt x="6181140" y="3707637"/>
                  <a:pt x="6182047" y="3712728"/>
                  <a:pt x="6182155" y="3717784"/>
                </a:cubicBezTo>
                <a:cubicBezTo>
                  <a:pt x="6156678" y="3711701"/>
                  <a:pt x="6178864" y="3759789"/>
                  <a:pt x="6158980" y="3746229"/>
                </a:cubicBezTo>
                <a:cubicBezTo>
                  <a:pt x="6144630" y="3780750"/>
                  <a:pt x="6117520" y="3867558"/>
                  <a:pt x="6096049" y="3924910"/>
                </a:cubicBezTo>
                <a:lnTo>
                  <a:pt x="6069712" y="3989353"/>
                </a:lnTo>
                <a:lnTo>
                  <a:pt x="6067330" y="4033899"/>
                </a:lnTo>
                <a:cubicBezTo>
                  <a:pt x="6065506" y="4070470"/>
                  <a:pt x="6063599" y="4110146"/>
                  <a:pt x="6061081" y="4142250"/>
                </a:cubicBezTo>
                <a:cubicBezTo>
                  <a:pt x="6055260" y="4200007"/>
                  <a:pt x="6045907" y="4278998"/>
                  <a:pt x="6042858" y="4329442"/>
                </a:cubicBezTo>
                <a:cubicBezTo>
                  <a:pt x="6038376" y="4381764"/>
                  <a:pt x="6036461" y="4433012"/>
                  <a:pt x="6034182" y="4456184"/>
                </a:cubicBezTo>
                <a:lnTo>
                  <a:pt x="6029178" y="4468478"/>
                </a:lnTo>
                <a:lnTo>
                  <a:pt x="6029974" y="4469862"/>
                </a:lnTo>
                <a:cubicBezTo>
                  <a:pt x="6031287" y="4476321"/>
                  <a:pt x="6030316" y="4480555"/>
                  <a:pt x="6028340" y="4483797"/>
                </a:cubicBezTo>
                <a:lnTo>
                  <a:pt x="6025168" y="4487091"/>
                </a:lnTo>
                <a:lnTo>
                  <a:pt x="6023164" y="4496728"/>
                </a:lnTo>
                <a:lnTo>
                  <a:pt x="6016839" y="4515918"/>
                </a:lnTo>
                <a:cubicBezTo>
                  <a:pt x="6017189" y="4517049"/>
                  <a:pt x="6017537" y="4518182"/>
                  <a:pt x="6017886" y="4519316"/>
                </a:cubicBezTo>
                <a:lnTo>
                  <a:pt x="6011819" y="4547957"/>
                </a:lnTo>
                <a:lnTo>
                  <a:pt x="6012791" y="4548262"/>
                </a:lnTo>
                <a:cubicBezTo>
                  <a:pt x="6014837" y="4549595"/>
                  <a:pt x="6016087" y="4551811"/>
                  <a:pt x="6015703" y="4555939"/>
                </a:cubicBezTo>
                <a:cubicBezTo>
                  <a:pt x="6031790" y="4548276"/>
                  <a:pt x="6021405" y="4557977"/>
                  <a:pt x="6018854" y="4570815"/>
                </a:cubicBezTo>
                <a:cubicBezTo>
                  <a:pt x="6021736" y="4583801"/>
                  <a:pt x="6030754" y="4622347"/>
                  <a:pt x="6033000" y="4633846"/>
                </a:cubicBezTo>
                <a:lnTo>
                  <a:pt x="6032325" y="4639816"/>
                </a:lnTo>
                <a:lnTo>
                  <a:pt x="6032549" y="4639923"/>
                </a:lnTo>
                <a:cubicBezTo>
                  <a:pt x="6032911" y="4641190"/>
                  <a:pt x="6032878" y="4643141"/>
                  <a:pt x="6032309" y="4646192"/>
                </a:cubicBezTo>
                <a:lnTo>
                  <a:pt x="6031095" y="4650706"/>
                </a:lnTo>
                <a:lnTo>
                  <a:pt x="6029786" y="4662290"/>
                </a:lnTo>
                <a:cubicBezTo>
                  <a:pt x="6030161" y="4663587"/>
                  <a:pt x="6030536" y="4664883"/>
                  <a:pt x="6030911" y="4666180"/>
                </a:cubicBezTo>
                <a:lnTo>
                  <a:pt x="6033630" y="4667585"/>
                </a:lnTo>
                <a:lnTo>
                  <a:pt x="6033189" y="4668660"/>
                </a:lnTo>
                <a:cubicBezTo>
                  <a:pt x="6027286" y="4676831"/>
                  <a:pt x="6019767" y="4679345"/>
                  <a:pt x="6038764" y="4689807"/>
                </a:cubicBezTo>
                <a:cubicBezTo>
                  <a:pt x="6028616" y="4708535"/>
                  <a:pt x="6040474" y="4712235"/>
                  <a:pt x="6042217" y="4737890"/>
                </a:cubicBezTo>
                <a:cubicBezTo>
                  <a:pt x="6033362" y="4748600"/>
                  <a:pt x="6035273" y="4757223"/>
                  <a:pt x="6040543" y="4765657"/>
                </a:cubicBezTo>
                <a:cubicBezTo>
                  <a:pt x="6034416" y="4790618"/>
                  <a:pt x="6040696" y="4813399"/>
                  <a:pt x="6039956" y="4841463"/>
                </a:cubicBezTo>
                <a:lnTo>
                  <a:pt x="6057123" y="4969863"/>
                </a:lnTo>
                <a:lnTo>
                  <a:pt x="6055039" y="4974028"/>
                </a:lnTo>
                <a:cubicBezTo>
                  <a:pt x="6053860" y="4976933"/>
                  <a:pt x="6053409" y="4978909"/>
                  <a:pt x="6053462" y="4980318"/>
                </a:cubicBezTo>
                <a:lnTo>
                  <a:pt x="6053643" y="4980501"/>
                </a:lnTo>
                <a:lnTo>
                  <a:pt x="6051733" y="4986338"/>
                </a:lnTo>
                <a:lnTo>
                  <a:pt x="6049602" y="4991296"/>
                </a:lnTo>
                <a:cubicBezTo>
                  <a:pt x="6058123" y="5019829"/>
                  <a:pt x="6066643" y="5048361"/>
                  <a:pt x="6075165" y="5076895"/>
                </a:cubicBezTo>
                <a:lnTo>
                  <a:pt x="6073751" y="5081568"/>
                </a:lnTo>
                <a:cubicBezTo>
                  <a:pt x="6073034" y="5084748"/>
                  <a:pt x="6072888" y="5086810"/>
                  <a:pt x="6073150" y="5088173"/>
                </a:cubicBezTo>
                <a:lnTo>
                  <a:pt x="6073355" y="5088300"/>
                </a:lnTo>
                <a:lnTo>
                  <a:pt x="6072362" y="5094558"/>
                </a:lnTo>
                <a:cubicBezTo>
                  <a:pt x="6070184" y="5105196"/>
                  <a:pt x="6067588" y="5115626"/>
                  <a:pt x="6064726" y="5125620"/>
                </a:cubicBezTo>
                <a:cubicBezTo>
                  <a:pt x="6063568" y="5154527"/>
                  <a:pt x="6065189" y="5244020"/>
                  <a:pt x="6065415" y="5268004"/>
                </a:cubicBezTo>
                <a:cubicBezTo>
                  <a:pt x="6065637" y="5268513"/>
                  <a:pt x="6065860" y="5269021"/>
                  <a:pt x="6066081" y="5269530"/>
                </a:cubicBezTo>
                <a:lnTo>
                  <a:pt x="6043407" y="5390941"/>
                </a:lnTo>
                <a:cubicBezTo>
                  <a:pt x="6032545" y="5438194"/>
                  <a:pt x="6020942" y="5465286"/>
                  <a:pt x="6025377" y="5539927"/>
                </a:cubicBezTo>
                <a:cubicBezTo>
                  <a:pt x="6019787" y="5610775"/>
                  <a:pt x="6013913" y="5740573"/>
                  <a:pt x="6010052" y="5791594"/>
                </a:cubicBezTo>
                <a:cubicBezTo>
                  <a:pt x="5989401" y="5787060"/>
                  <a:pt x="6018524" y="5849672"/>
                  <a:pt x="5994220" y="5855206"/>
                </a:cubicBezTo>
                <a:cubicBezTo>
                  <a:pt x="5995282" y="5860240"/>
                  <a:pt x="5980598" y="5868910"/>
                  <a:pt x="5982580" y="5873582"/>
                </a:cubicBezTo>
                <a:cubicBezTo>
                  <a:pt x="5982922" y="5874401"/>
                  <a:pt x="5983265" y="5875218"/>
                  <a:pt x="5983608" y="5876037"/>
                </a:cubicBezTo>
                <a:lnTo>
                  <a:pt x="5983535" y="5886534"/>
                </a:lnTo>
                <a:lnTo>
                  <a:pt x="5988737" y="5888644"/>
                </a:lnTo>
                <a:cubicBezTo>
                  <a:pt x="5989948" y="5893707"/>
                  <a:pt x="5991159" y="5898769"/>
                  <a:pt x="5992371" y="5903832"/>
                </a:cubicBezTo>
                <a:cubicBezTo>
                  <a:pt x="5992924" y="5909651"/>
                  <a:pt x="5992578" y="5916068"/>
                  <a:pt x="5990780" y="5923391"/>
                </a:cubicBezTo>
                <a:cubicBezTo>
                  <a:pt x="5975822" y="5948880"/>
                  <a:pt x="6013580" y="5981626"/>
                  <a:pt x="5993870" y="6013205"/>
                </a:cubicBezTo>
                <a:cubicBezTo>
                  <a:pt x="5988486" y="6024901"/>
                  <a:pt x="5991718" y="6066777"/>
                  <a:pt x="5997673" y="6074018"/>
                </a:cubicBezTo>
                <a:cubicBezTo>
                  <a:pt x="5998007" y="6081731"/>
                  <a:pt x="6007861" y="6126985"/>
                  <a:pt x="6014840" y="6130837"/>
                </a:cubicBezTo>
                <a:cubicBezTo>
                  <a:pt x="6022998" y="6137057"/>
                  <a:pt x="5999420" y="6156330"/>
                  <a:pt x="6010704" y="6152982"/>
                </a:cubicBezTo>
                <a:cubicBezTo>
                  <a:pt x="6008682" y="6186619"/>
                  <a:pt x="6039938" y="6191636"/>
                  <a:pt x="6038294" y="6221100"/>
                </a:cubicBezTo>
                <a:cubicBezTo>
                  <a:pt x="6039643" y="6222126"/>
                  <a:pt x="6046356" y="6257468"/>
                  <a:pt x="6052331" y="6287550"/>
                </a:cubicBezTo>
                <a:cubicBezTo>
                  <a:pt x="6058307" y="6317632"/>
                  <a:pt x="6082079" y="6391312"/>
                  <a:pt x="6074143" y="6401595"/>
                </a:cubicBezTo>
                <a:cubicBezTo>
                  <a:pt x="6074931" y="6423902"/>
                  <a:pt x="6059614" y="6432919"/>
                  <a:pt x="6060199" y="6487110"/>
                </a:cubicBezTo>
                <a:cubicBezTo>
                  <a:pt x="6075583" y="6574474"/>
                  <a:pt x="6076150" y="6553611"/>
                  <a:pt x="6081156" y="6588589"/>
                </a:cubicBezTo>
                <a:cubicBezTo>
                  <a:pt x="6102088" y="6637976"/>
                  <a:pt x="6067660" y="6687723"/>
                  <a:pt x="6114944" y="6769963"/>
                </a:cubicBezTo>
                <a:cubicBezTo>
                  <a:pt x="6130462" y="6819284"/>
                  <a:pt x="6119243" y="6817955"/>
                  <a:pt x="6128950" y="6835814"/>
                </a:cubicBezTo>
                <a:lnTo>
                  <a:pt x="6132536" y="6858000"/>
                </a:lnTo>
                <a:lnTo>
                  <a:pt x="4789511" y="6858000"/>
                </a:lnTo>
                <a:lnTo>
                  <a:pt x="1866294" y="6858000"/>
                </a:lnTo>
                <a:lnTo>
                  <a:pt x="1705866" y="6858000"/>
                </a:lnTo>
                <a:lnTo>
                  <a:pt x="1343025" y="6858000"/>
                </a:lnTo>
                <a:lnTo>
                  <a:pt x="523269" y="6858000"/>
                </a:lnTo>
                <a:lnTo>
                  <a:pt x="362841"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B7038C8-3B76-9EDF-6392-8BD2C5C1D90C}"/>
              </a:ext>
            </a:extLst>
          </p:cNvPr>
          <p:cNvSpPr>
            <a:spLocks noGrp="1"/>
          </p:cNvSpPr>
          <p:nvPr>
            <p:ph type="title"/>
          </p:nvPr>
        </p:nvSpPr>
        <p:spPr>
          <a:xfrm>
            <a:off x="1137034" y="609600"/>
            <a:ext cx="4784796" cy="1330840"/>
          </a:xfrm>
        </p:spPr>
        <p:txBody>
          <a:bodyPr>
            <a:normAutofit/>
          </a:bodyPr>
          <a:lstStyle/>
          <a:p>
            <a:r>
              <a:rPr lang="en-US" dirty="0"/>
              <a:t>Model 3 – BERT (Pretrained)</a:t>
            </a:r>
          </a:p>
        </p:txBody>
      </p:sp>
      <p:sp>
        <p:nvSpPr>
          <p:cNvPr id="4" name="Rectangle 1">
            <a:extLst>
              <a:ext uri="{FF2B5EF4-FFF2-40B4-BE49-F238E27FC236}">
                <a16:creationId xmlns:a16="http://schemas.microsoft.com/office/drawing/2014/main" id="{F21B7BA8-DEBD-CF57-8581-606B93AB877C}"/>
              </a:ext>
            </a:extLst>
          </p:cNvPr>
          <p:cNvSpPr>
            <a:spLocks noGrp="1" noChangeArrowheads="1"/>
          </p:cNvSpPr>
          <p:nvPr>
            <p:ph idx="1"/>
          </p:nvPr>
        </p:nvSpPr>
        <p:spPr bwMode="auto">
          <a:xfrm>
            <a:off x="1137034" y="2194102"/>
            <a:ext cx="4438036" cy="3908585"/>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lnSpcReduction="10000"/>
          </a:bodyPr>
          <a:lstStyle/>
          <a:p>
            <a:pPr>
              <a:buNone/>
            </a:pPr>
            <a:r>
              <a:rPr lang="en-US" sz="1300" b="1" dirty="0"/>
              <a:t>Model: BERT (Pretrained)</a:t>
            </a:r>
            <a:endParaRPr lang="en-US" sz="1300" dirty="0"/>
          </a:p>
          <a:p>
            <a:pPr>
              <a:buFont typeface="Arial" panose="020B0604020202020204" pitchFamily="34" charset="0"/>
              <a:buChar char="•"/>
            </a:pPr>
            <a:r>
              <a:rPr lang="en-US" sz="1300" b="1" dirty="0"/>
              <a:t>Features</a:t>
            </a:r>
            <a:r>
              <a:rPr lang="en-US" sz="1300" dirty="0"/>
              <a:t>: Full-text sequences (tokenized via BERT tokenizer)</a:t>
            </a:r>
          </a:p>
          <a:p>
            <a:pPr>
              <a:buFont typeface="Arial" panose="020B0604020202020204" pitchFamily="34" charset="0"/>
              <a:buChar char="•"/>
            </a:pPr>
            <a:r>
              <a:rPr lang="en-US" sz="1300" b="1" dirty="0"/>
              <a:t>Train/Test Split</a:t>
            </a:r>
            <a:r>
              <a:rPr lang="en-US" sz="1300" dirty="0"/>
              <a:t>: 80/20 stratified (2000/500)</a:t>
            </a:r>
          </a:p>
          <a:p>
            <a:pPr>
              <a:buFont typeface="Arial" panose="020B0604020202020204" pitchFamily="34" charset="0"/>
              <a:buChar char="•"/>
            </a:pPr>
            <a:r>
              <a:rPr lang="en-US" sz="1300" b="1" dirty="0"/>
              <a:t>Accuracy</a:t>
            </a:r>
            <a:r>
              <a:rPr lang="en-US" sz="1300" dirty="0"/>
              <a:t>: 0.496</a:t>
            </a:r>
          </a:p>
          <a:p>
            <a:pPr>
              <a:buFont typeface="Arial" panose="020B0604020202020204" pitchFamily="34" charset="0"/>
              <a:buChar char="•"/>
            </a:pPr>
            <a:r>
              <a:rPr lang="en-US" sz="1300" b="1" dirty="0"/>
              <a:t>F1 Score</a:t>
            </a:r>
            <a:r>
              <a:rPr lang="en-US" sz="1300" dirty="0"/>
              <a:t>: 0.647</a:t>
            </a:r>
          </a:p>
          <a:p>
            <a:pPr>
              <a:buFont typeface="Arial" panose="020B0604020202020204" pitchFamily="34" charset="0"/>
              <a:buChar char="•"/>
            </a:pPr>
            <a:r>
              <a:rPr lang="en-US" sz="1300" b="1" dirty="0"/>
              <a:t>ROC-AUC</a:t>
            </a:r>
            <a:r>
              <a:rPr lang="en-US" sz="1300" dirty="0"/>
              <a:t>: 0.454</a:t>
            </a:r>
          </a:p>
          <a:p>
            <a:pPr>
              <a:buFont typeface="Arial" panose="020B0604020202020204" pitchFamily="34" charset="0"/>
              <a:buChar char="•"/>
            </a:pPr>
            <a:r>
              <a:rPr lang="en-US" sz="1300" b="1" dirty="0"/>
              <a:t>Confusion Matrix</a:t>
            </a:r>
            <a:r>
              <a:rPr lang="en-US" sz="1300" dirty="0"/>
              <a:t>:</a:t>
            </a:r>
          </a:p>
          <a:p>
            <a:pPr marL="742950" lvl="1" indent="-285750">
              <a:buFont typeface="Arial" panose="020B0604020202020204" pitchFamily="34" charset="0"/>
              <a:buChar char="•"/>
            </a:pPr>
            <a:r>
              <a:rPr lang="en-US" sz="1300" dirty="0"/>
              <a:t>True Negative: 17</a:t>
            </a:r>
          </a:p>
          <a:p>
            <a:pPr marL="742950" lvl="1" indent="-285750">
              <a:buFont typeface="Arial" panose="020B0604020202020204" pitchFamily="34" charset="0"/>
              <a:buChar char="•"/>
            </a:pPr>
            <a:r>
              <a:rPr lang="en-US" sz="1300" dirty="0"/>
              <a:t>False Positive: 230</a:t>
            </a:r>
          </a:p>
          <a:p>
            <a:pPr marL="742950" lvl="1" indent="-285750">
              <a:buFont typeface="Arial" panose="020B0604020202020204" pitchFamily="34" charset="0"/>
              <a:buChar char="•"/>
            </a:pPr>
            <a:r>
              <a:rPr lang="en-US" sz="1300" dirty="0"/>
              <a:t>False Negative: 22</a:t>
            </a:r>
          </a:p>
          <a:p>
            <a:pPr marL="742950" lvl="1" indent="-285750">
              <a:buFont typeface="Arial" panose="020B0604020202020204" pitchFamily="34" charset="0"/>
              <a:buChar char="•"/>
            </a:pPr>
            <a:r>
              <a:rPr lang="en-US" sz="1300" dirty="0"/>
              <a:t>True Positive: 231</a:t>
            </a:r>
          </a:p>
          <a:p>
            <a:pPr>
              <a:buFont typeface="Arial" panose="020B0604020202020204" pitchFamily="34" charset="0"/>
              <a:buChar char="•"/>
            </a:pPr>
            <a:r>
              <a:rPr lang="en-US" sz="1300" b="1" dirty="0"/>
              <a:t>Insight</a:t>
            </a:r>
            <a:r>
              <a:rPr lang="en-US" sz="1300" dirty="0"/>
              <a:t>: Without fine-tuning, BERT was ineffective. The classifier head was untrained and biased toward positive class.</a:t>
            </a:r>
          </a:p>
        </p:txBody>
      </p:sp>
      <p:pic>
        <p:nvPicPr>
          <p:cNvPr id="6" name="Picture 5" descr="A screenshot of a graph&#10;&#10;AI-generated content may be incorrect.">
            <a:extLst>
              <a:ext uri="{FF2B5EF4-FFF2-40B4-BE49-F238E27FC236}">
                <a16:creationId xmlns:a16="http://schemas.microsoft.com/office/drawing/2014/main" id="{55A8C5C2-B6BE-292A-07FD-44BD1DE3A5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0610" y="1302243"/>
            <a:ext cx="4737650" cy="4275728"/>
          </a:xfrm>
          <a:prstGeom prst="rect">
            <a:avLst/>
          </a:prstGeom>
        </p:spPr>
      </p:pic>
    </p:spTree>
    <p:extLst>
      <p:ext uri="{BB962C8B-B14F-4D97-AF65-F5344CB8AC3E}">
        <p14:creationId xmlns:p14="http://schemas.microsoft.com/office/powerpoint/2010/main" val="2426524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27A8056-4DAB-BE1B-1E8C-2536B6A35F2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821940F-7A1D-4ACC-85B4-A932898AB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16674508-81D3-48CF-96BF-7FC60EAA57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741994" cy="6858000"/>
          </a:xfrm>
          <a:custGeom>
            <a:avLst/>
            <a:gdLst>
              <a:gd name="connsiteX0" fmla="*/ 0 w 6568309"/>
              <a:gd name="connsiteY0" fmla="*/ 0 h 6858000"/>
              <a:gd name="connsiteX1" fmla="*/ 362841 w 6568309"/>
              <a:gd name="connsiteY1" fmla="*/ 0 h 6858000"/>
              <a:gd name="connsiteX2" fmla="*/ 523269 w 6568309"/>
              <a:gd name="connsiteY2" fmla="*/ 0 h 6858000"/>
              <a:gd name="connsiteX3" fmla="*/ 1343025 w 6568309"/>
              <a:gd name="connsiteY3" fmla="*/ 0 h 6858000"/>
              <a:gd name="connsiteX4" fmla="*/ 1705866 w 6568309"/>
              <a:gd name="connsiteY4" fmla="*/ 0 h 6858000"/>
              <a:gd name="connsiteX5" fmla="*/ 1866294 w 6568309"/>
              <a:gd name="connsiteY5" fmla="*/ 0 h 6858000"/>
              <a:gd name="connsiteX6" fmla="*/ 5225154 w 6568309"/>
              <a:gd name="connsiteY6" fmla="*/ 0 h 6858000"/>
              <a:gd name="connsiteX7" fmla="*/ 6568179 w 6568309"/>
              <a:gd name="connsiteY7" fmla="*/ 0 h 6858000"/>
              <a:gd name="connsiteX8" fmla="*/ 6568309 w 6568309"/>
              <a:gd name="connsiteY8" fmla="*/ 1 h 6858000"/>
              <a:gd name="connsiteX9" fmla="*/ 6562951 w 6568309"/>
              <a:gd name="connsiteY9" fmla="*/ 30700 h 6858000"/>
              <a:gd name="connsiteX10" fmla="*/ 6547446 w 6568309"/>
              <a:gd name="connsiteY10" fmla="*/ 310025 h 6858000"/>
              <a:gd name="connsiteX11" fmla="*/ 6558316 w 6568309"/>
              <a:gd name="connsiteY11" fmla="*/ 443960 h 6858000"/>
              <a:gd name="connsiteX12" fmla="*/ 6528896 w 6568309"/>
              <a:gd name="connsiteY12" fmla="*/ 642659 h 6858000"/>
              <a:gd name="connsiteX13" fmla="*/ 6523095 w 6568309"/>
              <a:gd name="connsiteY13" fmla="*/ 673307 h 6858000"/>
              <a:gd name="connsiteX14" fmla="*/ 6496169 w 6568309"/>
              <a:gd name="connsiteY14" fmla="*/ 839641 h 6858000"/>
              <a:gd name="connsiteX15" fmla="*/ 6450789 w 6568309"/>
              <a:gd name="connsiteY15" fmla="*/ 958357 h 6858000"/>
              <a:gd name="connsiteX16" fmla="*/ 6453996 w 6568309"/>
              <a:gd name="connsiteY16" fmla="*/ 963398 h 6858000"/>
              <a:gd name="connsiteX17" fmla="*/ 6419467 w 6568309"/>
              <a:gd name="connsiteY17" fmla="*/ 1117169 h 6858000"/>
              <a:gd name="connsiteX18" fmla="*/ 6417348 w 6568309"/>
              <a:gd name="connsiteY18" fmla="*/ 1144352 h 6858000"/>
              <a:gd name="connsiteX19" fmla="*/ 6418473 w 6568309"/>
              <a:gd name="connsiteY19" fmla="*/ 1164484 h 6858000"/>
              <a:gd name="connsiteX20" fmla="*/ 6406979 w 6568309"/>
              <a:gd name="connsiteY20" fmla="*/ 1213829 h 6858000"/>
              <a:gd name="connsiteX21" fmla="*/ 6381928 w 6568309"/>
              <a:gd name="connsiteY21" fmla="*/ 1294823 h 6858000"/>
              <a:gd name="connsiteX22" fmla="*/ 6377948 w 6568309"/>
              <a:gd name="connsiteY22" fmla="*/ 1312193 h 6858000"/>
              <a:gd name="connsiteX23" fmla="*/ 6379894 w 6568309"/>
              <a:gd name="connsiteY23" fmla="*/ 1327626 h 6858000"/>
              <a:gd name="connsiteX24" fmla="*/ 6385024 w 6568309"/>
              <a:gd name="connsiteY24" fmla="*/ 1331644 h 6858000"/>
              <a:gd name="connsiteX25" fmla="*/ 6383696 w 6568309"/>
              <a:gd name="connsiteY25" fmla="*/ 1341276 h 6858000"/>
              <a:gd name="connsiteX26" fmla="*/ 6384464 w 6568309"/>
              <a:gd name="connsiteY26" fmla="*/ 1343945 h 6858000"/>
              <a:gd name="connsiteX27" fmla="*/ 6387748 w 6568309"/>
              <a:gd name="connsiteY27" fmla="*/ 1359134 h 6858000"/>
              <a:gd name="connsiteX28" fmla="*/ 6364157 w 6568309"/>
              <a:gd name="connsiteY28" fmla="*/ 1427803 h 6858000"/>
              <a:gd name="connsiteX29" fmla="*/ 6335874 w 6568309"/>
              <a:gd name="connsiteY29" fmla="*/ 1540278 h 6858000"/>
              <a:gd name="connsiteX30" fmla="*/ 6331892 w 6568309"/>
              <a:gd name="connsiteY30" fmla="*/ 1547262 h 6858000"/>
              <a:gd name="connsiteX31" fmla="*/ 6332744 w 6568309"/>
              <a:gd name="connsiteY31" fmla="*/ 1577056 h 6858000"/>
              <a:gd name="connsiteX32" fmla="*/ 6333604 w 6568309"/>
              <a:gd name="connsiteY32" fmla="*/ 1595898 h 6858000"/>
              <a:gd name="connsiteX33" fmla="*/ 6324749 w 6568309"/>
              <a:gd name="connsiteY33" fmla="*/ 1703726 h 6858000"/>
              <a:gd name="connsiteX34" fmla="*/ 6329594 w 6568309"/>
              <a:gd name="connsiteY34" fmla="*/ 1809535 h 6858000"/>
              <a:gd name="connsiteX35" fmla="*/ 6329062 w 6568309"/>
              <a:gd name="connsiteY35" fmla="*/ 2018310 h 6858000"/>
              <a:gd name="connsiteX36" fmla="*/ 6321735 w 6568309"/>
              <a:gd name="connsiteY36" fmla="*/ 2071355 h 6858000"/>
              <a:gd name="connsiteX37" fmla="*/ 6322678 w 6568309"/>
              <a:gd name="connsiteY37" fmla="*/ 2141166 h 6858000"/>
              <a:gd name="connsiteX38" fmla="*/ 6321340 w 6568309"/>
              <a:gd name="connsiteY38" fmla="*/ 2154548 h 6858000"/>
              <a:gd name="connsiteX39" fmla="*/ 6316582 w 6568309"/>
              <a:gd name="connsiteY39" fmla="*/ 2158153 h 6858000"/>
              <a:gd name="connsiteX40" fmla="*/ 6311428 w 6568309"/>
              <a:gd name="connsiteY40" fmla="*/ 2178174 h 6858000"/>
              <a:gd name="connsiteX41" fmla="*/ 6310192 w 6568309"/>
              <a:gd name="connsiteY41" fmla="*/ 2202858 h 6858000"/>
              <a:gd name="connsiteX42" fmla="*/ 6309211 w 6568309"/>
              <a:gd name="connsiteY42" fmla="*/ 2320214 h 6858000"/>
              <a:gd name="connsiteX43" fmla="*/ 6300151 w 6568309"/>
              <a:gd name="connsiteY43" fmla="*/ 2417011 h 6858000"/>
              <a:gd name="connsiteX44" fmla="*/ 6295176 w 6568309"/>
              <a:gd name="connsiteY44" fmla="*/ 2454207 h 6858000"/>
              <a:gd name="connsiteX45" fmla="*/ 6293727 w 6568309"/>
              <a:gd name="connsiteY45" fmla="*/ 2487203 h 6858000"/>
              <a:gd name="connsiteX46" fmla="*/ 6285477 w 6568309"/>
              <a:gd name="connsiteY46" fmla="*/ 2512282 h 6858000"/>
              <a:gd name="connsiteX47" fmla="*/ 6286205 w 6568309"/>
              <a:gd name="connsiteY47" fmla="*/ 2514318 h 6858000"/>
              <a:gd name="connsiteX48" fmla="*/ 6304629 w 6568309"/>
              <a:gd name="connsiteY48" fmla="*/ 2574334 h 6858000"/>
              <a:gd name="connsiteX49" fmla="*/ 6303842 w 6568309"/>
              <a:gd name="connsiteY49" fmla="*/ 2579877 h 6858000"/>
              <a:gd name="connsiteX50" fmla="*/ 6303953 w 6568309"/>
              <a:gd name="connsiteY50" fmla="*/ 2608928 h 6858000"/>
              <a:gd name="connsiteX51" fmla="*/ 6303530 w 6568309"/>
              <a:gd name="connsiteY51" fmla="*/ 2613111 h 6858000"/>
              <a:gd name="connsiteX52" fmla="*/ 6297474 w 6568309"/>
              <a:gd name="connsiteY52" fmla="*/ 2621996 h 6858000"/>
              <a:gd name="connsiteX53" fmla="*/ 6299263 w 6568309"/>
              <a:gd name="connsiteY53" fmla="*/ 2634265 h 6858000"/>
              <a:gd name="connsiteX54" fmla="*/ 6293065 w 6568309"/>
              <a:gd name="connsiteY54" fmla="*/ 2647237 h 6858000"/>
              <a:gd name="connsiteX55" fmla="*/ 6297496 w 6568309"/>
              <a:gd name="connsiteY55" fmla="*/ 2650786 h 6858000"/>
              <a:gd name="connsiteX56" fmla="*/ 6301708 w 6568309"/>
              <a:gd name="connsiteY56" fmla="*/ 2661993 h 6858000"/>
              <a:gd name="connsiteX57" fmla="*/ 6295884 w 6568309"/>
              <a:gd name="connsiteY57" fmla="*/ 2670949 h 6858000"/>
              <a:gd name="connsiteX58" fmla="*/ 6291714 w 6568309"/>
              <a:gd name="connsiteY58" fmla="*/ 2690255 h 6858000"/>
              <a:gd name="connsiteX59" fmla="*/ 6292327 w 6568309"/>
              <a:gd name="connsiteY59" fmla="*/ 2695683 h 6858000"/>
              <a:gd name="connsiteX60" fmla="*/ 6284410 w 6568309"/>
              <a:gd name="connsiteY60" fmla="*/ 2713964 h 6858000"/>
              <a:gd name="connsiteX61" fmla="*/ 6280410 w 6568309"/>
              <a:gd name="connsiteY61" fmla="*/ 2730175 h 6858000"/>
              <a:gd name="connsiteX62" fmla="*/ 6288082 w 6568309"/>
              <a:gd name="connsiteY62" fmla="*/ 2763497 h 6858000"/>
              <a:gd name="connsiteX63" fmla="*/ 6260924 w 6568309"/>
              <a:gd name="connsiteY63" fmla="*/ 3051539 h 6858000"/>
              <a:gd name="connsiteX64" fmla="*/ 6210151 w 6568309"/>
              <a:gd name="connsiteY64" fmla="*/ 3335396 h 6858000"/>
              <a:gd name="connsiteX65" fmla="*/ 6212034 w 6568309"/>
              <a:gd name="connsiteY65" fmla="*/ 3456509 h 6858000"/>
              <a:gd name="connsiteX66" fmla="*/ 6197490 w 6568309"/>
              <a:gd name="connsiteY66" fmla="*/ 3531827 h 6858000"/>
              <a:gd name="connsiteX67" fmla="*/ 6208018 w 6568309"/>
              <a:gd name="connsiteY67" fmla="*/ 3570877 h 6858000"/>
              <a:gd name="connsiteX68" fmla="*/ 6205920 w 6568309"/>
              <a:gd name="connsiteY68" fmla="*/ 3583849 h 6858000"/>
              <a:gd name="connsiteX69" fmla="*/ 6199616 w 6568309"/>
              <a:gd name="connsiteY69" fmla="*/ 3592763 h 6858000"/>
              <a:gd name="connsiteX70" fmla="*/ 6181288 w 6568309"/>
              <a:gd name="connsiteY70" fmla="*/ 3653485 h 6858000"/>
              <a:gd name="connsiteX71" fmla="*/ 6175963 w 6568309"/>
              <a:gd name="connsiteY71" fmla="*/ 3670528 h 6858000"/>
              <a:gd name="connsiteX72" fmla="*/ 6176722 w 6568309"/>
              <a:gd name="connsiteY72" fmla="*/ 3685990 h 6858000"/>
              <a:gd name="connsiteX73" fmla="*/ 6181549 w 6568309"/>
              <a:gd name="connsiteY73" fmla="*/ 3690283 h 6858000"/>
              <a:gd name="connsiteX74" fmla="*/ 6179476 w 6568309"/>
              <a:gd name="connsiteY74" fmla="*/ 3699787 h 6858000"/>
              <a:gd name="connsiteX75" fmla="*/ 6180040 w 6568309"/>
              <a:gd name="connsiteY75" fmla="*/ 3702486 h 6858000"/>
              <a:gd name="connsiteX76" fmla="*/ 6182155 w 6568309"/>
              <a:gd name="connsiteY76" fmla="*/ 3717784 h 6858000"/>
              <a:gd name="connsiteX77" fmla="*/ 6158980 w 6568309"/>
              <a:gd name="connsiteY77" fmla="*/ 3746229 h 6858000"/>
              <a:gd name="connsiteX78" fmla="*/ 6096049 w 6568309"/>
              <a:gd name="connsiteY78" fmla="*/ 3924910 h 6858000"/>
              <a:gd name="connsiteX79" fmla="*/ 6069712 w 6568309"/>
              <a:gd name="connsiteY79" fmla="*/ 3989353 h 6858000"/>
              <a:gd name="connsiteX80" fmla="*/ 6067330 w 6568309"/>
              <a:gd name="connsiteY80" fmla="*/ 4033899 h 6858000"/>
              <a:gd name="connsiteX81" fmla="*/ 6061081 w 6568309"/>
              <a:gd name="connsiteY81" fmla="*/ 4142250 h 6858000"/>
              <a:gd name="connsiteX82" fmla="*/ 6042858 w 6568309"/>
              <a:gd name="connsiteY82" fmla="*/ 4329442 h 6858000"/>
              <a:gd name="connsiteX83" fmla="*/ 6034182 w 6568309"/>
              <a:gd name="connsiteY83" fmla="*/ 4456184 h 6858000"/>
              <a:gd name="connsiteX84" fmla="*/ 6029178 w 6568309"/>
              <a:gd name="connsiteY84" fmla="*/ 4468478 h 6858000"/>
              <a:gd name="connsiteX85" fmla="*/ 6029974 w 6568309"/>
              <a:gd name="connsiteY85" fmla="*/ 4469862 h 6858000"/>
              <a:gd name="connsiteX86" fmla="*/ 6028340 w 6568309"/>
              <a:gd name="connsiteY86" fmla="*/ 4483797 h 6858000"/>
              <a:gd name="connsiteX87" fmla="*/ 6025168 w 6568309"/>
              <a:gd name="connsiteY87" fmla="*/ 4487091 h 6858000"/>
              <a:gd name="connsiteX88" fmla="*/ 6023164 w 6568309"/>
              <a:gd name="connsiteY88" fmla="*/ 4496728 h 6858000"/>
              <a:gd name="connsiteX89" fmla="*/ 6016839 w 6568309"/>
              <a:gd name="connsiteY89" fmla="*/ 4515918 h 6858000"/>
              <a:gd name="connsiteX90" fmla="*/ 6017886 w 6568309"/>
              <a:gd name="connsiteY90" fmla="*/ 4519316 h 6858000"/>
              <a:gd name="connsiteX91" fmla="*/ 6011819 w 6568309"/>
              <a:gd name="connsiteY91" fmla="*/ 4547957 h 6858000"/>
              <a:gd name="connsiteX92" fmla="*/ 6012791 w 6568309"/>
              <a:gd name="connsiteY92" fmla="*/ 4548262 h 6858000"/>
              <a:gd name="connsiteX93" fmla="*/ 6015703 w 6568309"/>
              <a:gd name="connsiteY93" fmla="*/ 4555939 h 6858000"/>
              <a:gd name="connsiteX94" fmla="*/ 6018854 w 6568309"/>
              <a:gd name="connsiteY94" fmla="*/ 4570815 h 6858000"/>
              <a:gd name="connsiteX95" fmla="*/ 6033000 w 6568309"/>
              <a:gd name="connsiteY95" fmla="*/ 4633846 h 6858000"/>
              <a:gd name="connsiteX96" fmla="*/ 6032325 w 6568309"/>
              <a:gd name="connsiteY96" fmla="*/ 4639816 h 6858000"/>
              <a:gd name="connsiteX97" fmla="*/ 6032549 w 6568309"/>
              <a:gd name="connsiteY97" fmla="*/ 4639923 h 6858000"/>
              <a:gd name="connsiteX98" fmla="*/ 6032309 w 6568309"/>
              <a:gd name="connsiteY98" fmla="*/ 4646192 h 6858000"/>
              <a:gd name="connsiteX99" fmla="*/ 6031095 w 6568309"/>
              <a:gd name="connsiteY99" fmla="*/ 4650706 h 6858000"/>
              <a:gd name="connsiteX100" fmla="*/ 6029786 w 6568309"/>
              <a:gd name="connsiteY100" fmla="*/ 4662290 h 6858000"/>
              <a:gd name="connsiteX101" fmla="*/ 6030911 w 6568309"/>
              <a:gd name="connsiteY101" fmla="*/ 4666180 h 6858000"/>
              <a:gd name="connsiteX102" fmla="*/ 6033630 w 6568309"/>
              <a:gd name="connsiteY102" fmla="*/ 4667585 h 6858000"/>
              <a:gd name="connsiteX103" fmla="*/ 6033189 w 6568309"/>
              <a:gd name="connsiteY103" fmla="*/ 4668660 h 6858000"/>
              <a:gd name="connsiteX104" fmla="*/ 6038764 w 6568309"/>
              <a:gd name="connsiteY104" fmla="*/ 4689807 h 6858000"/>
              <a:gd name="connsiteX105" fmla="*/ 6042217 w 6568309"/>
              <a:gd name="connsiteY105" fmla="*/ 4737890 h 6858000"/>
              <a:gd name="connsiteX106" fmla="*/ 6040543 w 6568309"/>
              <a:gd name="connsiteY106" fmla="*/ 4765657 h 6858000"/>
              <a:gd name="connsiteX107" fmla="*/ 6039956 w 6568309"/>
              <a:gd name="connsiteY107" fmla="*/ 4841463 h 6858000"/>
              <a:gd name="connsiteX108" fmla="*/ 6057123 w 6568309"/>
              <a:gd name="connsiteY108" fmla="*/ 4969863 h 6858000"/>
              <a:gd name="connsiteX109" fmla="*/ 6055039 w 6568309"/>
              <a:gd name="connsiteY109" fmla="*/ 4974028 h 6858000"/>
              <a:gd name="connsiteX110" fmla="*/ 6053462 w 6568309"/>
              <a:gd name="connsiteY110" fmla="*/ 4980318 h 6858000"/>
              <a:gd name="connsiteX111" fmla="*/ 6053643 w 6568309"/>
              <a:gd name="connsiteY111" fmla="*/ 4980501 h 6858000"/>
              <a:gd name="connsiteX112" fmla="*/ 6051733 w 6568309"/>
              <a:gd name="connsiteY112" fmla="*/ 4986338 h 6858000"/>
              <a:gd name="connsiteX113" fmla="*/ 6049602 w 6568309"/>
              <a:gd name="connsiteY113" fmla="*/ 4991296 h 6858000"/>
              <a:gd name="connsiteX114" fmla="*/ 6075165 w 6568309"/>
              <a:gd name="connsiteY114" fmla="*/ 5076895 h 6858000"/>
              <a:gd name="connsiteX115" fmla="*/ 6073751 w 6568309"/>
              <a:gd name="connsiteY115" fmla="*/ 5081568 h 6858000"/>
              <a:gd name="connsiteX116" fmla="*/ 6073150 w 6568309"/>
              <a:gd name="connsiteY116" fmla="*/ 5088173 h 6858000"/>
              <a:gd name="connsiteX117" fmla="*/ 6073355 w 6568309"/>
              <a:gd name="connsiteY117" fmla="*/ 5088300 h 6858000"/>
              <a:gd name="connsiteX118" fmla="*/ 6072362 w 6568309"/>
              <a:gd name="connsiteY118" fmla="*/ 5094558 h 6858000"/>
              <a:gd name="connsiteX119" fmla="*/ 6064726 w 6568309"/>
              <a:gd name="connsiteY119" fmla="*/ 5125620 h 6858000"/>
              <a:gd name="connsiteX120" fmla="*/ 6065415 w 6568309"/>
              <a:gd name="connsiteY120" fmla="*/ 5268004 h 6858000"/>
              <a:gd name="connsiteX121" fmla="*/ 6066081 w 6568309"/>
              <a:gd name="connsiteY121" fmla="*/ 5269530 h 6858000"/>
              <a:gd name="connsiteX122" fmla="*/ 6043407 w 6568309"/>
              <a:gd name="connsiteY122" fmla="*/ 5390941 h 6858000"/>
              <a:gd name="connsiteX123" fmla="*/ 6025377 w 6568309"/>
              <a:gd name="connsiteY123" fmla="*/ 5539927 h 6858000"/>
              <a:gd name="connsiteX124" fmla="*/ 6010052 w 6568309"/>
              <a:gd name="connsiteY124" fmla="*/ 5791594 h 6858000"/>
              <a:gd name="connsiteX125" fmla="*/ 5994220 w 6568309"/>
              <a:gd name="connsiteY125" fmla="*/ 5855206 h 6858000"/>
              <a:gd name="connsiteX126" fmla="*/ 5982580 w 6568309"/>
              <a:gd name="connsiteY126" fmla="*/ 5873582 h 6858000"/>
              <a:gd name="connsiteX127" fmla="*/ 5983608 w 6568309"/>
              <a:gd name="connsiteY127" fmla="*/ 5876037 h 6858000"/>
              <a:gd name="connsiteX128" fmla="*/ 5983535 w 6568309"/>
              <a:gd name="connsiteY128" fmla="*/ 5886534 h 6858000"/>
              <a:gd name="connsiteX129" fmla="*/ 5988737 w 6568309"/>
              <a:gd name="connsiteY129" fmla="*/ 5888644 h 6858000"/>
              <a:gd name="connsiteX130" fmla="*/ 5992371 w 6568309"/>
              <a:gd name="connsiteY130" fmla="*/ 5903832 h 6858000"/>
              <a:gd name="connsiteX131" fmla="*/ 5990780 w 6568309"/>
              <a:gd name="connsiteY131" fmla="*/ 5923391 h 6858000"/>
              <a:gd name="connsiteX132" fmla="*/ 5993870 w 6568309"/>
              <a:gd name="connsiteY132" fmla="*/ 6013205 h 6858000"/>
              <a:gd name="connsiteX133" fmla="*/ 5997673 w 6568309"/>
              <a:gd name="connsiteY133" fmla="*/ 6074018 h 6858000"/>
              <a:gd name="connsiteX134" fmla="*/ 6014840 w 6568309"/>
              <a:gd name="connsiteY134" fmla="*/ 6130837 h 6858000"/>
              <a:gd name="connsiteX135" fmla="*/ 6010704 w 6568309"/>
              <a:gd name="connsiteY135" fmla="*/ 6152982 h 6858000"/>
              <a:gd name="connsiteX136" fmla="*/ 6038294 w 6568309"/>
              <a:gd name="connsiteY136" fmla="*/ 6221100 h 6858000"/>
              <a:gd name="connsiteX137" fmla="*/ 6052331 w 6568309"/>
              <a:gd name="connsiteY137" fmla="*/ 6287550 h 6858000"/>
              <a:gd name="connsiteX138" fmla="*/ 6074143 w 6568309"/>
              <a:gd name="connsiteY138" fmla="*/ 6401595 h 6858000"/>
              <a:gd name="connsiteX139" fmla="*/ 6060199 w 6568309"/>
              <a:gd name="connsiteY139" fmla="*/ 6487110 h 6858000"/>
              <a:gd name="connsiteX140" fmla="*/ 6081156 w 6568309"/>
              <a:gd name="connsiteY140" fmla="*/ 6588589 h 6858000"/>
              <a:gd name="connsiteX141" fmla="*/ 6114944 w 6568309"/>
              <a:gd name="connsiteY141" fmla="*/ 6769963 h 6858000"/>
              <a:gd name="connsiteX142" fmla="*/ 6128950 w 6568309"/>
              <a:gd name="connsiteY142" fmla="*/ 6835814 h 6858000"/>
              <a:gd name="connsiteX143" fmla="*/ 6132536 w 6568309"/>
              <a:gd name="connsiteY143" fmla="*/ 6858000 h 6858000"/>
              <a:gd name="connsiteX144" fmla="*/ 4789511 w 6568309"/>
              <a:gd name="connsiteY144" fmla="*/ 6858000 h 6858000"/>
              <a:gd name="connsiteX145" fmla="*/ 1866294 w 6568309"/>
              <a:gd name="connsiteY145" fmla="*/ 6858000 h 6858000"/>
              <a:gd name="connsiteX146" fmla="*/ 1705866 w 6568309"/>
              <a:gd name="connsiteY146" fmla="*/ 6858000 h 6858000"/>
              <a:gd name="connsiteX147" fmla="*/ 1343025 w 6568309"/>
              <a:gd name="connsiteY147" fmla="*/ 6858000 h 6858000"/>
              <a:gd name="connsiteX148" fmla="*/ 523269 w 6568309"/>
              <a:gd name="connsiteY148" fmla="*/ 6858000 h 6858000"/>
              <a:gd name="connsiteX149" fmla="*/ 362841 w 6568309"/>
              <a:gd name="connsiteY149" fmla="*/ 6858000 h 6858000"/>
              <a:gd name="connsiteX150" fmla="*/ 0 w 6568309"/>
              <a:gd name="connsiteY15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6568309" h="6858000">
                <a:moveTo>
                  <a:pt x="0" y="0"/>
                </a:moveTo>
                <a:lnTo>
                  <a:pt x="362841" y="0"/>
                </a:lnTo>
                <a:lnTo>
                  <a:pt x="523269" y="0"/>
                </a:lnTo>
                <a:lnTo>
                  <a:pt x="1343025" y="0"/>
                </a:lnTo>
                <a:lnTo>
                  <a:pt x="1705866" y="0"/>
                </a:lnTo>
                <a:lnTo>
                  <a:pt x="1866294" y="0"/>
                </a:lnTo>
                <a:lnTo>
                  <a:pt x="5225154" y="0"/>
                </a:lnTo>
                <a:lnTo>
                  <a:pt x="6568179" y="0"/>
                </a:lnTo>
                <a:lnTo>
                  <a:pt x="6568309" y="1"/>
                </a:lnTo>
                <a:lnTo>
                  <a:pt x="6562951" y="30700"/>
                </a:lnTo>
                <a:cubicBezTo>
                  <a:pt x="6559126" y="84364"/>
                  <a:pt x="6548218" y="241149"/>
                  <a:pt x="6547446" y="310025"/>
                </a:cubicBezTo>
                <a:cubicBezTo>
                  <a:pt x="6550151" y="367544"/>
                  <a:pt x="6557712" y="408251"/>
                  <a:pt x="6558316" y="443960"/>
                </a:cubicBezTo>
                <a:cubicBezTo>
                  <a:pt x="6555224" y="499397"/>
                  <a:pt x="6534767" y="604434"/>
                  <a:pt x="6528896" y="642659"/>
                </a:cubicBezTo>
                <a:cubicBezTo>
                  <a:pt x="6535204" y="657287"/>
                  <a:pt x="6515365" y="658191"/>
                  <a:pt x="6523095" y="673307"/>
                </a:cubicBezTo>
                <a:cubicBezTo>
                  <a:pt x="6523388" y="693769"/>
                  <a:pt x="6506868" y="797295"/>
                  <a:pt x="6496169" y="839641"/>
                </a:cubicBezTo>
                <a:cubicBezTo>
                  <a:pt x="6484119" y="887148"/>
                  <a:pt x="6457817" y="937731"/>
                  <a:pt x="6450789" y="958357"/>
                </a:cubicBezTo>
                <a:cubicBezTo>
                  <a:pt x="6443760" y="978983"/>
                  <a:pt x="6459217" y="936930"/>
                  <a:pt x="6453996" y="963398"/>
                </a:cubicBezTo>
                <a:cubicBezTo>
                  <a:pt x="6448777" y="989867"/>
                  <a:pt x="6425575" y="1087010"/>
                  <a:pt x="6419467" y="1117169"/>
                </a:cubicBezTo>
                <a:cubicBezTo>
                  <a:pt x="6431540" y="1118586"/>
                  <a:pt x="6409651" y="1135372"/>
                  <a:pt x="6417348" y="1144352"/>
                </a:cubicBezTo>
                <a:cubicBezTo>
                  <a:pt x="6424109" y="1150681"/>
                  <a:pt x="6419047" y="1157251"/>
                  <a:pt x="6418473" y="1164484"/>
                </a:cubicBezTo>
                <a:cubicBezTo>
                  <a:pt x="6423767" y="1173524"/>
                  <a:pt x="6413947" y="1205209"/>
                  <a:pt x="6406979" y="1213829"/>
                </a:cubicBezTo>
                <a:cubicBezTo>
                  <a:pt x="6382818" y="1235037"/>
                  <a:pt x="6400452" y="1277327"/>
                  <a:pt x="6381928" y="1294823"/>
                </a:cubicBezTo>
                <a:cubicBezTo>
                  <a:pt x="6379195" y="1300845"/>
                  <a:pt x="6378069" y="1306615"/>
                  <a:pt x="6377948" y="1312193"/>
                </a:cubicBezTo>
                <a:lnTo>
                  <a:pt x="6379894" y="1327626"/>
                </a:lnTo>
                <a:lnTo>
                  <a:pt x="6385024" y="1331644"/>
                </a:lnTo>
                <a:lnTo>
                  <a:pt x="6383696" y="1341276"/>
                </a:lnTo>
                <a:cubicBezTo>
                  <a:pt x="6383952" y="1342166"/>
                  <a:pt x="6384208" y="1343055"/>
                  <a:pt x="6384464" y="1343945"/>
                </a:cubicBezTo>
                <a:cubicBezTo>
                  <a:pt x="6385957" y="1349040"/>
                  <a:pt x="6387253" y="1354080"/>
                  <a:pt x="6387748" y="1359134"/>
                </a:cubicBezTo>
                <a:cubicBezTo>
                  <a:pt x="6384363" y="1373109"/>
                  <a:pt x="6372802" y="1397612"/>
                  <a:pt x="6364157" y="1427803"/>
                </a:cubicBezTo>
                <a:cubicBezTo>
                  <a:pt x="6348141" y="1460349"/>
                  <a:pt x="6348362" y="1505076"/>
                  <a:pt x="6335874" y="1540278"/>
                </a:cubicBezTo>
                <a:lnTo>
                  <a:pt x="6331892" y="1547262"/>
                </a:lnTo>
                <a:lnTo>
                  <a:pt x="6332744" y="1577056"/>
                </a:lnTo>
                <a:cubicBezTo>
                  <a:pt x="6335859" y="1582205"/>
                  <a:pt x="6336674" y="1589568"/>
                  <a:pt x="6333604" y="1595898"/>
                </a:cubicBezTo>
                <a:lnTo>
                  <a:pt x="6324749" y="1703726"/>
                </a:lnTo>
                <a:cubicBezTo>
                  <a:pt x="6324080" y="1739332"/>
                  <a:pt x="6318019" y="1754453"/>
                  <a:pt x="6329594" y="1809535"/>
                </a:cubicBezTo>
                <a:cubicBezTo>
                  <a:pt x="6344930" y="1868036"/>
                  <a:pt x="6323725" y="1952670"/>
                  <a:pt x="6329062" y="2018310"/>
                </a:cubicBezTo>
                <a:cubicBezTo>
                  <a:pt x="6308075" y="2053162"/>
                  <a:pt x="6326925" y="2034561"/>
                  <a:pt x="6321735" y="2071355"/>
                </a:cubicBezTo>
                <a:lnTo>
                  <a:pt x="6322678" y="2141166"/>
                </a:lnTo>
                <a:lnTo>
                  <a:pt x="6321340" y="2154548"/>
                </a:lnTo>
                <a:lnTo>
                  <a:pt x="6316582" y="2158153"/>
                </a:lnTo>
                <a:lnTo>
                  <a:pt x="6311428" y="2178174"/>
                </a:lnTo>
                <a:cubicBezTo>
                  <a:pt x="6310177" y="2185696"/>
                  <a:pt x="6309622" y="2193828"/>
                  <a:pt x="6310192" y="2202858"/>
                </a:cubicBezTo>
                <a:cubicBezTo>
                  <a:pt x="6319667" y="2232772"/>
                  <a:pt x="6296459" y="2283357"/>
                  <a:pt x="6309211" y="2320214"/>
                </a:cubicBezTo>
                <a:cubicBezTo>
                  <a:pt x="6307537" y="2355906"/>
                  <a:pt x="6302490" y="2394678"/>
                  <a:pt x="6300151" y="2417011"/>
                </a:cubicBezTo>
                <a:cubicBezTo>
                  <a:pt x="6292303" y="2426377"/>
                  <a:pt x="6304439" y="2456509"/>
                  <a:pt x="6295176" y="2454207"/>
                </a:cubicBezTo>
                <a:cubicBezTo>
                  <a:pt x="6299335" y="2464947"/>
                  <a:pt x="6297305" y="2476105"/>
                  <a:pt x="6293727" y="2487203"/>
                </a:cubicBezTo>
                <a:lnTo>
                  <a:pt x="6285477" y="2512282"/>
                </a:lnTo>
                <a:cubicBezTo>
                  <a:pt x="6285720" y="2512961"/>
                  <a:pt x="6285962" y="2513640"/>
                  <a:pt x="6286205" y="2514318"/>
                </a:cubicBezTo>
                <a:cubicBezTo>
                  <a:pt x="6292347" y="2534324"/>
                  <a:pt x="6298487" y="2554328"/>
                  <a:pt x="6304629" y="2574334"/>
                </a:cubicBezTo>
                <a:lnTo>
                  <a:pt x="6303842" y="2579877"/>
                </a:lnTo>
                <a:cubicBezTo>
                  <a:pt x="6303729" y="2585644"/>
                  <a:pt x="6304006" y="2603388"/>
                  <a:pt x="6303953" y="2608928"/>
                </a:cubicBezTo>
                <a:lnTo>
                  <a:pt x="6303530" y="2613111"/>
                </a:lnTo>
                <a:lnTo>
                  <a:pt x="6297474" y="2621996"/>
                </a:lnTo>
                <a:lnTo>
                  <a:pt x="6299263" y="2634265"/>
                </a:lnTo>
                <a:lnTo>
                  <a:pt x="6293065" y="2647237"/>
                </a:lnTo>
                <a:cubicBezTo>
                  <a:pt x="6294685" y="2648158"/>
                  <a:pt x="6296180" y="2649356"/>
                  <a:pt x="6297496" y="2650786"/>
                </a:cubicBezTo>
                <a:lnTo>
                  <a:pt x="6301708" y="2661993"/>
                </a:lnTo>
                <a:lnTo>
                  <a:pt x="6295884" y="2670949"/>
                </a:lnTo>
                <a:cubicBezTo>
                  <a:pt x="6304913" y="2672007"/>
                  <a:pt x="6294429" y="2681695"/>
                  <a:pt x="6291714" y="2690255"/>
                </a:cubicBezTo>
                <a:lnTo>
                  <a:pt x="6292327" y="2695683"/>
                </a:lnTo>
                <a:lnTo>
                  <a:pt x="6284410" y="2713964"/>
                </a:lnTo>
                <a:lnTo>
                  <a:pt x="6280410" y="2730175"/>
                </a:lnTo>
                <a:lnTo>
                  <a:pt x="6288082" y="2763497"/>
                </a:lnTo>
                <a:lnTo>
                  <a:pt x="6260924" y="3051539"/>
                </a:lnTo>
                <a:cubicBezTo>
                  <a:pt x="6251455" y="3165645"/>
                  <a:pt x="6222174" y="3216611"/>
                  <a:pt x="6210151" y="3335396"/>
                </a:cubicBezTo>
                <a:lnTo>
                  <a:pt x="6212034" y="3456509"/>
                </a:lnTo>
                <a:lnTo>
                  <a:pt x="6197490" y="3531827"/>
                </a:lnTo>
                <a:lnTo>
                  <a:pt x="6208018" y="3570877"/>
                </a:lnTo>
                <a:lnTo>
                  <a:pt x="6205920" y="3583849"/>
                </a:lnTo>
                <a:lnTo>
                  <a:pt x="6199616" y="3592763"/>
                </a:lnTo>
                <a:cubicBezTo>
                  <a:pt x="6191839" y="3613948"/>
                  <a:pt x="6196204" y="3641245"/>
                  <a:pt x="6181288" y="3653485"/>
                </a:cubicBezTo>
                <a:cubicBezTo>
                  <a:pt x="6178087" y="3659316"/>
                  <a:pt x="6176516" y="3664985"/>
                  <a:pt x="6175963" y="3670528"/>
                </a:cubicBezTo>
                <a:lnTo>
                  <a:pt x="6176722" y="3685990"/>
                </a:lnTo>
                <a:lnTo>
                  <a:pt x="6181549" y="3690283"/>
                </a:lnTo>
                <a:lnTo>
                  <a:pt x="6179476" y="3699787"/>
                </a:lnTo>
                <a:cubicBezTo>
                  <a:pt x="6179664" y="3700686"/>
                  <a:pt x="6179852" y="3701586"/>
                  <a:pt x="6180040" y="3702486"/>
                </a:cubicBezTo>
                <a:cubicBezTo>
                  <a:pt x="6181140" y="3707637"/>
                  <a:pt x="6182047" y="3712728"/>
                  <a:pt x="6182155" y="3717784"/>
                </a:cubicBezTo>
                <a:cubicBezTo>
                  <a:pt x="6156678" y="3711701"/>
                  <a:pt x="6178864" y="3759789"/>
                  <a:pt x="6158980" y="3746229"/>
                </a:cubicBezTo>
                <a:cubicBezTo>
                  <a:pt x="6144630" y="3780750"/>
                  <a:pt x="6117520" y="3867558"/>
                  <a:pt x="6096049" y="3924910"/>
                </a:cubicBezTo>
                <a:lnTo>
                  <a:pt x="6069712" y="3989353"/>
                </a:lnTo>
                <a:lnTo>
                  <a:pt x="6067330" y="4033899"/>
                </a:lnTo>
                <a:cubicBezTo>
                  <a:pt x="6065506" y="4070470"/>
                  <a:pt x="6063599" y="4110146"/>
                  <a:pt x="6061081" y="4142250"/>
                </a:cubicBezTo>
                <a:cubicBezTo>
                  <a:pt x="6055260" y="4200007"/>
                  <a:pt x="6045907" y="4278998"/>
                  <a:pt x="6042858" y="4329442"/>
                </a:cubicBezTo>
                <a:cubicBezTo>
                  <a:pt x="6038376" y="4381764"/>
                  <a:pt x="6036461" y="4433012"/>
                  <a:pt x="6034182" y="4456184"/>
                </a:cubicBezTo>
                <a:lnTo>
                  <a:pt x="6029178" y="4468478"/>
                </a:lnTo>
                <a:lnTo>
                  <a:pt x="6029974" y="4469862"/>
                </a:lnTo>
                <a:cubicBezTo>
                  <a:pt x="6031287" y="4476321"/>
                  <a:pt x="6030316" y="4480555"/>
                  <a:pt x="6028340" y="4483797"/>
                </a:cubicBezTo>
                <a:lnTo>
                  <a:pt x="6025168" y="4487091"/>
                </a:lnTo>
                <a:lnTo>
                  <a:pt x="6023164" y="4496728"/>
                </a:lnTo>
                <a:lnTo>
                  <a:pt x="6016839" y="4515918"/>
                </a:lnTo>
                <a:cubicBezTo>
                  <a:pt x="6017189" y="4517049"/>
                  <a:pt x="6017537" y="4518182"/>
                  <a:pt x="6017886" y="4519316"/>
                </a:cubicBezTo>
                <a:lnTo>
                  <a:pt x="6011819" y="4547957"/>
                </a:lnTo>
                <a:lnTo>
                  <a:pt x="6012791" y="4548262"/>
                </a:lnTo>
                <a:cubicBezTo>
                  <a:pt x="6014837" y="4549595"/>
                  <a:pt x="6016087" y="4551811"/>
                  <a:pt x="6015703" y="4555939"/>
                </a:cubicBezTo>
                <a:cubicBezTo>
                  <a:pt x="6031790" y="4548276"/>
                  <a:pt x="6021405" y="4557977"/>
                  <a:pt x="6018854" y="4570815"/>
                </a:cubicBezTo>
                <a:cubicBezTo>
                  <a:pt x="6021736" y="4583801"/>
                  <a:pt x="6030754" y="4622347"/>
                  <a:pt x="6033000" y="4633846"/>
                </a:cubicBezTo>
                <a:lnTo>
                  <a:pt x="6032325" y="4639816"/>
                </a:lnTo>
                <a:lnTo>
                  <a:pt x="6032549" y="4639923"/>
                </a:lnTo>
                <a:cubicBezTo>
                  <a:pt x="6032911" y="4641190"/>
                  <a:pt x="6032878" y="4643141"/>
                  <a:pt x="6032309" y="4646192"/>
                </a:cubicBezTo>
                <a:lnTo>
                  <a:pt x="6031095" y="4650706"/>
                </a:lnTo>
                <a:lnTo>
                  <a:pt x="6029786" y="4662290"/>
                </a:lnTo>
                <a:cubicBezTo>
                  <a:pt x="6030161" y="4663587"/>
                  <a:pt x="6030536" y="4664883"/>
                  <a:pt x="6030911" y="4666180"/>
                </a:cubicBezTo>
                <a:lnTo>
                  <a:pt x="6033630" y="4667585"/>
                </a:lnTo>
                <a:lnTo>
                  <a:pt x="6033189" y="4668660"/>
                </a:lnTo>
                <a:cubicBezTo>
                  <a:pt x="6027286" y="4676831"/>
                  <a:pt x="6019767" y="4679345"/>
                  <a:pt x="6038764" y="4689807"/>
                </a:cubicBezTo>
                <a:cubicBezTo>
                  <a:pt x="6028616" y="4708535"/>
                  <a:pt x="6040474" y="4712235"/>
                  <a:pt x="6042217" y="4737890"/>
                </a:cubicBezTo>
                <a:cubicBezTo>
                  <a:pt x="6033362" y="4748600"/>
                  <a:pt x="6035273" y="4757223"/>
                  <a:pt x="6040543" y="4765657"/>
                </a:cubicBezTo>
                <a:cubicBezTo>
                  <a:pt x="6034416" y="4790618"/>
                  <a:pt x="6040696" y="4813399"/>
                  <a:pt x="6039956" y="4841463"/>
                </a:cubicBezTo>
                <a:lnTo>
                  <a:pt x="6057123" y="4969863"/>
                </a:lnTo>
                <a:lnTo>
                  <a:pt x="6055039" y="4974028"/>
                </a:lnTo>
                <a:cubicBezTo>
                  <a:pt x="6053860" y="4976933"/>
                  <a:pt x="6053409" y="4978909"/>
                  <a:pt x="6053462" y="4980318"/>
                </a:cubicBezTo>
                <a:lnTo>
                  <a:pt x="6053643" y="4980501"/>
                </a:lnTo>
                <a:lnTo>
                  <a:pt x="6051733" y="4986338"/>
                </a:lnTo>
                <a:lnTo>
                  <a:pt x="6049602" y="4991296"/>
                </a:lnTo>
                <a:cubicBezTo>
                  <a:pt x="6058123" y="5019829"/>
                  <a:pt x="6066643" y="5048361"/>
                  <a:pt x="6075165" y="5076895"/>
                </a:cubicBezTo>
                <a:lnTo>
                  <a:pt x="6073751" y="5081568"/>
                </a:lnTo>
                <a:cubicBezTo>
                  <a:pt x="6073034" y="5084748"/>
                  <a:pt x="6072888" y="5086810"/>
                  <a:pt x="6073150" y="5088173"/>
                </a:cubicBezTo>
                <a:lnTo>
                  <a:pt x="6073355" y="5088300"/>
                </a:lnTo>
                <a:lnTo>
                  <a:pt x="6072362" y="5094558"/>
                </a:lnTo>
                <a:cubicBezTo>
                  <a:pt x="6070184" y="5105196"/>
                  <a:pt x="6067588" y="5115626"/>
                  <a:pt x="6064726" y="5125620"/>
                </a:cubicBezTo>
                <a:cubicBezTo>
                  <a:pt x="6063568" y="5154527"/>
                  <a:pt x="6065189" y="5244020"/>
                  <a:pt x="6065415" y="5268004"/>
                </a:cubicBezTo>
                <a:cubicBezTo>
                  <a:pt x="6065637" y="5268513"/>
                  <a:pt x="6065860" y="5269021"/>
                  <a:pt x="6066081" y="5269530"/>
                </a:cubicBezTo>
                <a:lnTo>
                  <a:pt x="6043407" y="5390941"/>
                </a:lnTo>
                <a:cubicBezTo>
                  <a:pt x="6032545" y="5438194"/>
                  <a:pt x="6020942" y="5465286"/>
                  <a:pt x="6025377" y="5539927"/>
                </a:cubicBezTo>
                <a:cubicBezTo>
                  <a:pt x="6019787" y="5610775"/>
                  <a:pt x="6013913" y="5740573"/>
                  <a:pt x="6010052" y="5791594"/>
                </a:cubicBezTo>
                <a:cubicBezTo>
                  <a:pt x="5989401" y="5787060"/>
                  <a:pt x="6018524" y="5849672"/>
                  <a:pt x="5994220" y="5855206"/>
                </a:cubicBezTo>
                <a:cubicBezTo>
                  <a:pt x="5995282" y="5860240"/>
                  <a:pt x="5980598" y="5868910"/>
                  <a:pt x="5982580" y="5873582"/>
                </a:cubicBezTo>
                <a:cubicBezTo>
                  <a:pt x="5982922" y="5874401"/>
                  <a:pt x="5983265" y="5875218"/>
                  <a:pt x="5983608" y="5876037"/>
                </a:cubicBezTo>
                <a:lnTo>
                  <a:pt x="5983535" y="5886534"/>
                </a:lnTo>
                <a:lnTo>
                  <a:pt x="5988737" y="5888644"/>
                </a:lnTo>
                <a:cubicBezTo>
                  <a:pt x="5989948" y="5893707"/>
                  <a:pt x="5991159" y="5898769"/>
                  <a:pt x="5992371" y="5903832"/>
                </a:cubicBezTo>
                <a:cubicBezTo>
                  <a:pt x="5992924" y="5909651"/>
                  <a:pt x="5992578" y="5916068"/>
                  <a:pt x="5990780" y="5923391"/>
                </a:cubicBezTo>
                <a:cubicBezTo>
                  <a:pt x="5975822" y="5948880"/>
                  <a:pt x="6013580" y="5981626"/>
                  <a:pt x="5993870" y="6013205"/>
                </a:cubicBezTo>
                <a:cubicBezTo>
                  <a:pt x="5988486" y="6024901"/>
                  <a:pt x="5991718" y="6066777"/>
                  <a:pt x="5997673" y="6074018"/>
                </a:cubicBezTo>
                <a:cubicBezTo>
                  <a:pt x="5998007" y="6081731"/>
                  <a:pt x="6007861" y="6126985"/>
                  <a:pt x="6014840" y="6130837"/>
                </a:cubicBezTo>
                <a:cubicBezTo>
                  <a:pt x="6022998" y="6137057"/>
                  <a:pt x="5999420" y="6156330"/>
                  <a:pt x="6010704" y="6152982"/>
                </a:cubicBezTo>
                <a:cubicBezTo>
                  <a:pt x="6008682" y="6186619"/>
                  <a:pt x="6039938" y="6191636"/>
                  <a:pt x="6038294" y="6221100"/>
                </a:cubicBezTo>
                <a:cubicBezTo>
                  <a:pt x="6039643" y="6222126"/>
                  <a:pt x="6046356" y="6257468"/>
                  <a:pt x="6052331" y="6287550"/>
                </a:cubicBezTo>
                <a:cubicBezTo>
                  <a:pt x="6058307" y="6317632"/>
                  <a:pt x="6082079" y="6391312"/>
                  <a:pt x="6074143" y="6401595"/>
                </a:cubicBezTo>
                <a:cubicBezTo>
                  <a:pt x="6074931" y="6423902"/>
                  <a:pt x="6059614" y="6432919"/>
                  <a:pt x="6060199" y="6487110"/>
                </a:cubicBezTo>
                <a:cubicBezTo>
                  <a:pt x="6075583" y="6574474"/>
                  <a:pt x="6076150" y="6553611"/>
                  <a:pt x="6081156" y="6588589"/>
                </a:cubicBezTo>
                <a:cubicBezTo>
                  <a:pt x="6102088" y="6637976"/>
                  <a:pt x="6067660" y="6687723"/>
                  <a:pt x="6114944" y="6769963"/>
                </a:cubicBezTo>
                <a:cubicBezTo>
                  <a:pt x="6130462" y="6819284"/>
                  <a:pt x="6119243" y="6817955"/>
                  <a:pt x="6128950" y="6835814"/>
                </a:cubicBezTo>
                <a:lnTo>
                  <a:pt x="6132536" y="6858000"/>
                </a:lnTo>
                <a:lnTo>
                  <a:pt x="4789511" y="6858000"/>
                </a:lnTo>
                <a:lnTo>
                  <a:pt x="1866294" y="6858000"/>
                </a:lnTo>
                <a:lnTo>
                  <a:pt x="1705866" y="6858000"/>
                </a:lnTo>
                <a:lnTo>
                  <a:pt x="1343025" y="6858000"/>
                </a:lnTo>
                <a:lnTo>
                  <a:pt x="523269" y="6858000"/>
                </a:lnTo>
                <a:lnTo>
                  <a:pt x="362841"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CC47045-5846-2733-2361-F64EE249F45B}"/>
              </a:ext>
            </a:extLst>
          </p:cNvPr>
          <p:cNvSpPr>
            <a:spLocks noGrp="1"/>
          </p:cNvSpPr>
          <p:nvPr>
            <p:ph type="title"/>
          </p:nvPr>
        </p:nvSpPr>
        <p:spPr>
          <a:xfrm>
            <a:off x="1137034" y="609600"/>
            <a:ext cx="4784796" cy="1330840"/>
          </a:xfrm>
        </p:spPr>
        <p:txBody>
          <a:bodyPr>
            <a:normAutofit/>
          </a:bodyPr>
          <a:lstStyle/>
          <a:p>
            <a:r>
              <a:rPr lang="en-US" dirty="0"/>
              <a:t>Model 4 – BERT (Fine-tuned)</a:t>
            </a:r>
          </a:p>
        </p:txBody>
      </p:sp>
      <p:sp>
        <p:nvSpPr>
          <p:cNvPr id="4" name="Rectangle 1">
            <a:extLst>
              <a:ext uri="{FF2B5EF4-FFF2-40B4-BE49-F238E27FC236}">
                <a16:creationId xmlns:a16="http://schemas.microsoft.com/office/drawing/2014/main" id="{31FEA88B-EF66-32D4-A93B-EEABC77E254E}"/>
              </a:ext>
            </a:extLst>
          </p:cNvPr>
          <p:cNvSpPr>
            <a:spLocks noGrp="1" noChangeArrowheads="1"/>
          </p:cNvSpPr>
          <p:nvPr>
            <p:ph idx="1"/>
          </p:nvPr>
        </p:nvSpPr>
        <p:spPr bwMode="auto">
          <a:xfrm>
            <a:off x="1137034" y="2194102"/>
            <a:ext cx="4438036" cy="412804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a:buNone/>
            </a:pPr>
            <a:r>
              <a:rPr lang="en-US" sz="1300" b="1" dirty="0"/>
              <a:t>Model: BERT (Fine-tuned)</a:t>
            </a:r>
            <a:endParaRPr lang="en-US" sz="1300" dirty="0"/>
          </a:p>
          <a:p>
            <a:pPr>
              <a:buFont typeface="Arial" panose="020B0604020202020204" pitchFamily="34" charset="0"/>
              <a:buChar char="•"/>
            </a:pPr>
            <a:r>
              <a:rPr lang="en-US" sz="1300" b="1" dirty="0"/>
              <a:t>Features</a:t>
            </a:r>
            <a:r>
              <a:rPr lang="en-US" sz="1300" dirty="0"/>
              <a:t>: Full-text reviews (tokenized with BERT tokenizer)</a:t>
            </a:r>
          </a:p>
          <a:p>
            <a:pPr>
              <a:buFont typeface="Arial" panose="020B0604020202020204" pitchFamily="34" charset="0"/>
              <a:buChar char="•"/>
            </a:pPr>
            <a:r>
              <a:rPr lang="en-US" sz="1300" b="1" dirty="0"/>
              <a:t>Train/Test Split</a:t>
            </a:r>
            <a:r>
              <a:rPr lang="en-US" sz="1300" dirty="0"/>
              <a:t>: 80/20 stratified (2000/500)</a:t>
            </a:r>
          </a:p>
          <a:p>
            <a:pPr>
              <a:buFont typeface="Arial" panose="020B0604020202020204" pitchFamily="34" charset="0"/>
              <a:buChar char="•"/>
            </a:pPr>
            <a:r>
              <a:rPr lang="en-US" sz="1300" b="1" dirty="0"/>
              <a:t>Accuracy</a:t>
            </a:r>
            <a:r>
              <a:rPr lang="en-US" sz="1300" dirty="0"/>
              <a:t>: 0.932</a:t>
            </a:r>
          </a:p>
          <a:p>
            <a:pPr>
              <a:buFont typeface="Arial" panose="020B0604020202020204" pitchFamily="34" charset="0"/>
              <a:buChar char="•"/>
            </a:pPr>
            <a:r>
              <a:rPr lang="en-US" sz="1300" b="1" dirty="0"/>
              <a:t>F1 Score</a:t>
            </a:r>
            <a:r>
              <a:rPr lang="en-US" sz="1300" dirty="0"/>
              <a:t>: 0.931</a:t>
            </a:r>
          </a:p>
          <a:p>
            <a:pPr>
              <a:buFont typeface="Arial" panose="020B0604020202020204" pitchFamily="34" charset="0"/>
              <a:buChar char="•"/>
            </a:pPr>
            <a:r>
              <a:rPr lang="en-US" sz="1300" b="1" dirty="0"/>
              <a:t>ROC-AUC</a:t>
            </a:r>
            <a:r>
              <a:rPr lang="en-US" sz="1300" dirty="0"/>
              <a:t>: 0.977</a:t>
            </a:r>
          </a:p>
          <a:p>
            <a:pPr>
              <a:buFont typeface="Arial" panose="020B0604020202020204" pitchFamily="34" charset="0"/>
              <a:buChar char="•"/>
            </a:pPr>
            <a:r>
              <a:rPr lang="en-US" sz="1300" b="1" dirty="0"/>
              <a:t>Confusion Matrix</a:t>
            </a:r>
            <a:r>
              <a:rPr lang="en-US" sz="1300" dirty="0"/>
              <a:t>:</a:t>
            </a:r>
          </a:p>
          <a:p>
            <a:pPr marL="742950" lvl="1" indent="-285750">
              <a:buFont typeface="Arial" panose="020B0604020202020204" pitchFamily="34" charset="0"/>
              <a:buChar char="•"/>
            </a:pPr>
            <a:r>
              <a:rPr lang="en-US" sz="1300" dirty="0"/>
              <a:t>True Negative: 237</a:t>
            </a:r>
          </a:p>
          <a:p>
            <a:pPr marL="742950" lvl="1" indent="-285750">
              <a:buFont typeface="Arial" panose="020B0604020202020204" pitchFamily="34" charset="0"/>
              <a:buChar char="•"/>
            </a:pPr>
            <a:r>
              <a:rPr lang="en-US" sz="1300" dirty="0"/>
              <a:t>False Positive: 10</a:t>
            </a:r>
          </a:p>
          <a:p>
            <a:pPr marL="742950" lvl="1" indent="-285750">
              <a:buFont typeface="Arial" panose="020B0604020202020204" pitchFamily="34" charset="0"/>
              <a:buChar char="•"/>
            </a:pPr>
            <a:r>
              <a:rPr lang="en-US" sz="1300" dirty="0"/>
              <a:t>False Negative: 24</a:t>
            </a:r>
          </a:p>
          <a:p>
            <a:pPr marL="742950" lvl="1" indent="-285750">
              <a:buFont typeface="Arial" panose="020B0604020202020204" pitchFamily="34" charset="0"/>
              <a:buChar char="•"/>
            </a:pPr>
            <a:r>
              <a:rPr lang="en-US" sz="1300" dirty="0"/>
              <a:t>True Positive: 229</a:t>
            </a:r>
          </a:p>
          <a:p>
            <a:pPr>
              <a:buFont typeface="Arial" panose="020B0604020202020204" pitchFamily="34" charset="0"/>
              <a:buChar char="•"/>
            </a:pPr>
            <a:r>
              <a:rPr lang="en-US" sz="1300" b="1" dirty="0"/>
              <a:t>Insight</a:t>
            </a:r>
            <a:r>
              <a:rPr lang="en-US" sz="1300" dirty="0"/>
              <a:t>: Fine-tuning dramatically improved performance. Strong generalization with very low false positives.</a:t>
            </a:r>
          </a:p>
        </p:txBody>
      </p:sp>
      <p:pic>
        <p:nvPicPr>
          <p:cNvPr id="5" name="Picture 4" descr="A screenshot of a graph&#10;&#10;AI-generated content may be incorrect.">
            <a:extLst>
              <a:ext uri="{FF2B5EF4-FFF2-40B4-BE49-F238E27FC236}">
                <a16:creationId xmlns:a16="http://schemas.microsoft.com/office/drawing/2014/main" id="{9D6E2AFF-5CE7-B412-15D7-DD9F4D7937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0610" y="1237100"/>
            <a:ext cx="4737650" cy="4406014"/>
          </a:xfrm>
          <a:prstGeom prst="rect">
            <a:avLst/>
          </a:prstGeom>
        </p:spPr>
      </p:pic>
    </p:spTree>
    <p:extLst>
      <p:ext uri="{BB962C8B-B14F-4D97-AF65-F5344CB8AC3E}">
        <p14:creationId xmlns:p14="http://schemas.microsoft.com/office/powerpoint/2010/main" val="34752922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C8730B-B5CE-BB76-C3E3-C38102F7A4BE}"/>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F821940F-7A1D-4ACC-85B4-A932898AB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16674508-81D3-48CF-96BF-7FC60EAA57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741994" cy="6858000"/>
          </a:xfrm>
          <a:custGeom>
            <a:avLst/>
            <a:gdLst>
              <a:gd name="connsiteX0" fmla="*/ 0 w 6568309"/>
              <a:gd name="connsiteY0" fmla="*/ 0 h 6858000"/>
              <a:gd name="connsiteX1" fmla="*/ 362841 w 6568309"/>
              <a:gd name="connsiteY1" fmla="*/ 0 h 6858000"/>
              <a:gd name="connsiteX2" fmla="*/ 523269 w 6568309"/>
              <a:gd name="connsiteY2" fmla="*/ 0 h 6858000"/>
              <a:gd name="connsiteX3" fmla="*/ 1343025 w 6568309"/>
              <a:gd name="connsiteY3" fmla="*/ 0 h 6858000"/>
              <a:gd name="connsiteX4" fmla="*/ 1705866 w 6568309"/>
              <a:gd name="connsiteY4" fmla="*/ 0 h 6858000"/>
              <a:gd name="connsiteX5" fmla="*/ 1866294 w 6568309"/>
              <a:gd name="connsiteY5" fmla="*/ 0 h 6858000"/>
              <a:gd name="connsiteX6" fmla="*/ 5225154 w 6568309"/>
              <a:gd name="connsiteY6" fmla="*/ 0 h 6858000"/>
              <a:gd name="connsiteX7" fmla="*/ 6568179 w 6568309"/>
              <a:gd name="connsiteY7" fmla="*/ 0 h 6858000"/>
              <a:gd name="connsiteX8" fmla="*/ 6568309 w 6568309"/>
              <a:gd name="connsiteY8" fmla="*/ 1 h 6858000"/>
              <a:gd name="connsiteX9" fmla="*/ 6562951 w 6568309"/>
              <a:gd name="connsiteY9" fmla="*/ 30700 h 6858000"/>
              <a:gd name="connsiteX10" fmla="*/ 6547446 w 6568309"/>
              <a:gd name="connsiteY10" fmla="*/ 310025 h 6858000"/>
              <a:gd name="connsiteX11" fmla="*/ 6558316 w 6568309"/>
              <a:gd name="connsiteY11" fmla="*/ 443960 h 6858000"/>
              <a:gd name="connsiteX12" fmla="*/ 6528896 w 6568309"/>
              <a:gd name="connsiteY12" fmla="*/ 642659 h 6858000"/>
              <a:gd name="connsiteX13" fmla="*/ 6523095 w 6568309"/>
              <a:gd name="connsiteY13" fmla="*/ 673307 h 6858000"/>
              <a:gd name="connsiteX14" fmla="*/ 6496169 w 6568309"/>
              <a:gd name="connsiteY14" fmla="*/ 839641 h 6858000"/>
              <a:gd name="connsiteX15" fmla="*/ 6450789 w 6568309"/>
              <a:gd name="connsiteY15" fmla="*/ 958357 h 6858000"/>
              <a:gd name="connsiteX16" fmla="*/ 6453996 w 6568309"/>
              <a:gd name="connsiteY16" fmla="*/ 963398 h 6858000"/>
              <a:gd name="connsiteX17" fmla="*/ 6419467 w 6568309"/>
              <a:gd name="connsiteY17" fmla="*/ 1117169 h 6858000"/>
              <a:gd name="connsiteX18" fmla="*/ 6417348 w 6568309"/>
              <a:gd name="connsiteY18" fmla="*/ 1144352 h 6858000"/>
              <a:gd name="connsiteX19" fmla="*/ 6418473 w 6568309"/>
              <a:gd name="connsiteY19" fmla="*/ 1164484 h 6858000"/>
              <a:gd name="connsiteX20" fmla="*/ 6406979 w 6568309"/>
              <a:gd name="connsiteY20" fmla="*/ 1213829 h 6858000"/>
              <a:gd name="connsiteX21" fmla="*/ 6381928 w 6568309"/>
              <a:gd name="connsiteY21" fmla="*/ 1294823 h 6858000"/>
              <a:gd name="connsiteX22" fmla="*/ 6377948 w 6568309"/>
              <a:gd name="connsiteY22" fmla="*/ 1312193 h 6858000"/>
              <a:gd name="connsiteX23" fmla="*/ 6379894 w 6568309"/>
              <a:gd name="connsiteY23" fmla="*/ 1327626 h 6858000"/>
              <a:gd name="connsiteX24" fmla="*/ 6385024 w 6568309"/>
              <a:gd name="connsiteY24" fmla="*/ 1331644 h 6858000"/>
              <a:gd name="connsiteX25" fmla="*/ 6383696 w 6568309"/>
              <a:gd name="connsiteY25" fmla="*/ 1341276 h 6858000"/>
              <a:gd name="connsiteX26" fmla="*/ 6384464 w 6568309"/>
              <a:gd name="connsiteY26" fmla="*/ 1343945 h 6858000"/>
              <a:gd name="connsiteX27" fmla="*/ 6387748 w 6568309"/>
              <a:gd name="connsiteY27" fmla="*/ 1359134 h 6858000"/>
              <a:gd name="connsiteX28" fmla="*/ 6364157 w 6568309"/>
              <a:gd name="connsiteY28" fmla="*/ 1427803 h 6858000"/>
              <a:gd name="connsiteX29" fmla="*/ 6335874 w 6568309"/>
              <a:gd name="connsiteY29" fmla="*/ 1540278 h 6858000"/>
              <a:gd name="connsiteX30" fmla="*/ 6331892 w 6568309"/>
              <a:gd name="connsiteY30" fmla="*/ 1547262 h 6858000"/>
              <a:gd name="connsiteX31" fmla="*/ 6332744 w 6568309"/>
              <a:gd name="connsiteY31" fmla="*/ 1577056 h 6858000"/>
              <a:gd name="connsiteX32" fmla="*/ 6333604 w 6568309"/>
              <a:gd name="connsiteY32" fmla="*/ 1595898 h 6858000"/>
              <a:gd name="connsiteX33" fmla="*/ 6324749 w 6568309"/>
              <a:gd name="connsiteY33" fmla="*/ 1703726 h 6858000"/>
              <a:gd name="connsiteX34" fmla="*/ 6329594 w 6568309"/>
              <a:gd name="connsiteY34" fmla="*/ 1809535 h 6858000"/>
              <a:gd name="connsiteX35" fmla="*/ 6329062 w 6568309"/>
              <a:gd name="connsiteY35" fmla="*/ 2018310 h 6858000"/>
              <a:gd name="connsiteX36" fmla="*/ 6321735 w 6568309"/>
              <a:gd name="connsiteY36" fmla="*/ 2071355 h 6858000"/>
              <a:gd name="connsiteX37" fmla="*/ 6322678 w 6568309"/>
              <a:gd name="connsiteY37" fmla="*/ 2141166 h 6858000"/>
              <a:gd name="connsiteX38" fmla="*/ 6321340 w 6568309"/>
              <a:gd name="connsiteY38" fmla="*/ 2154548 h 6858000"/>
              <a:gd name="connsiteX39" fmla="*/ 6316582 w 6568309"/>
              <a:gd name="connsiteY39" fmla="*/ 2158153 h 6858000"/>
              <a:gd name="connsiteX40" fmla="*/ 6311428 w 6568309"/>
              <a:gd name="connsiteY40" fmla="*/ 2178174 h 6858000"/>
              <a:gd name="connsiteX41" fmla="*/ 6310192 w 6568309"/>
              <a:gd name="connsiteY41" fmla="*/ 2202858 h 6858000"/>
              <a:gd name="connsiteX42" fmla="*/ 6309211 w 6568309"/>
              <a:gd name="connsiteY42" fmla="*/ 2320214 h 6858000"/>
              <a:gd name="connsiteX43" fmla="*/ 6300151 w 6568309"/>
              <a:gd name="connsiteY43" fmla="*/ 2417011 h 6858000"/>
              <a:gd name="connsiteX44" fmla="*/ 6295176 w 6568309"/>
              <a:gd name="connsiteY44" fmla="*/ 2454207 h 6858000"/>
              <a:gd name="connsiteX45" fmla="*/ 6293727 w 6568309"/>
              <a:gd name="connsiteY45" fmla="*/ 2487203 h 6858000"/>
              <a:gd name="connsiteX46" fmla="*/ 6285477 w 6568309"/>
              <a:gd name="connsiteY46" fmla="*/ 2512282 h 6858000"/>
              <a:gd name="connsiteX47" fmla="*/ 6286205 w 6568309"/>
              <a:gd name="connsiteY47" fmla="*/ 2514318 h 6858000"/>
              <a:gd name="connsiteX48" fmla="*/ 6304629 w 6568309"/>
              <a:gd name="connsiteY48" fmla="*/ 2574334 h 6858000"/>
              <a:gd name="connsiteX49" fmla="*/ 6303842 w 6568309"/>
              <a:gd name="connsiteY49" fmla="*/ 2579877 h 6858000"/>
              <a:gd name="connsiteX50" fmla="*/ 6303953 w 6568309"/>
              <a:gd name="connsiteY50" fmla="*/ 2608928 h 6858000"/>
              <a:gd name="connsiteX51" fmla="*/ 6303530 w 6568309"/>
              <a:gd name="connsiteY51" fmla="*/ 2613111 h 6858000"/>
              <a:gd name="connsiteX52" fmla="*/ 6297474 w 6568309"/>
              <a:gd name="connsiteY52" fmla="*/ 2621996 h 6858000"/>
              <a:gd name="connsiteX53" fmla="*/ 6299263 w 6568309"/>
              <a:gd name="connsiteY53" fmla="*/ 2634265 h 6858000"/>
              <a:gd name="connsiteX54" fmla="*/ 6293065 w 6568309"/>
              <a:gd name="connsiteY54" fmla="*/ 2647237 h 6858000"/>
              <a:gd name="connsiteX55" fmla="*/ 6297496 w 6568309"/>
              <a:gd name="connsiteY55" fmla="*/ 2650786 h 6858000"/>
              <a:gd name="connsiteX56" fmla="*/ 6301708 w 6568309"/>
              <a:gd name="connsiteY56" fmla="*/ 2661993 h 6858000"/>
              <a:gd name="connsiteX57" fmla="*/ 6295884 w 6568309"/>
              <a:gd name="connsiteY57" fmla="*/ 2670949 h 6858000"/>
              <a:gd name="connsiteX58" fmla="*/ 6291714 w 6568309"/>
              <a:gd name="connsiteY58" fmla="*/ 2690255 h 6858000"/>
              <a:gd name="connsiteX59" fmla="*/ 6292327 w 6568309"/>
              <a:gd name="connsiteY59" fmla="*/ 2695683 h 6858000"/>
              <a:gd name="connsiteX60" fmla="*/ 6284410 w 6568309"/>
              <a:gd name="connsiteY60" fmla="*/ 2713964 h 6858000"/>
              <a:gd name="connsiteX61" fmla="*/ 6280410 w 6568309"/>
              <a:gd name="connsiteY61" fmla="*/ 2730175 h 6858000"/>
              <a:gd name="connsiteX62" fmla="*/ 6288082 w 6568309"/>
              <a:gd name="connsiteY62" fmla="*/ 2763497 h 6858000"/>
              <a:gd name="connsiteX63" fmla="*/ 6260924 w 6568309"/>
              <a:gd name="connsiteY63" fmla="*/ 3051539 h 6858000"/>
              <a:gd name="connsiteX64" fmla="*/ 6210151 w 6568309"/>
              <a:gd name="connsiteY64" fmla="*/ 3335396 h 6858000"/>
              <a:gd name="connsiteX65" fmla="*/ 6212034 w 6568309"/>
              <a:gd name="connsiteY65" fmla="*/ 3456509 h 6858000"/>
              <a:gd name="connsiteX66" fmla="*/ 6197490 w 6568309"/>
              <a:gd name="connsiteY66" fmla="*/ 3531827 h 6858000"/>
              <a:gd name="connsiteX67" fmla="*/ 6208018 w 6568309"/>
              <a:gd name="connsiteY67" fmla="*/ 3570877 h 6858000"/>
              <a:gd name="connsiteX68" fmla="*/ 6205920 w 6568309"/>
              <a:gd name="connsiteY68" fmla="*/ 3583849 h 6858000"/>
              <a:gd name="connsiteX69" fmla="*/ 6199616 w 6568309"/>
              <a:gd name="connsiteY69" fmla="*/ 3592763 h 6858000"/>
              <a:gd name="connsiteX70" fmla="*/ 6181288 w 6568309"/>
              <a:gd name="connsiteY70" fmla="*/ 3653485 h 6858000"/>
              <a:gd name="connsiteX71" fmla="*/ 6175963 w 6568309"/>
              <a:gd name="connsiteY71" fmla="*/ 3670528 h 6858000"/>
              <a:gd name="connsiteX72" fmla="*/ 6176722 w 6568309"/>
              <a:gd name="connsiteY72" fmla="*/ 3685990 h 6858000"/>
              <a:gd name="connsiteX73" fmla="*/ 6181549 w 6568309"/>
              <a:gd name="connsiteY73" fmla="*/ 3690283 h 6858000"/>
              <a:gd name="connsiteX74" fmla="*/ 6179476 w 6568309"/>
              <a:gd name="connsiteY74" fmla="*/ 3699787 h 6858000"/>
              <a:gd name="connsiteX75" fmla="*/ 6180040 w 6568309"/>
              <a:gd name="connsiteY75" fmla="*/ 3702486 h 6858000"/>
              <a:gd name="connsiteX76" fmla="*/ 6182155 w 6568309"/>
              <a:gd name="connsiteY76" fmla="*/ 3717784 h 6858000"/>
              <a:gd name="connsiteX77" fmla="*/ 6158980 w 6568309"/>
              <a:gd name="connsiteY77" fmla="*/ 3746229 h 6858000"/>
              <a:gd name="connsiteX78" fmla="*/ 6096049 w 6568309"/>
              <a:gd name="connsiteY78" fmla="*/ 3924910 h 6858000"/>
              <a:gd name="connsiteX79" fmla="*/ 6069712 w 6568309"/>
              <a:gd name="connsiteY79" fmla="*/ 3989353 h 6858000"/>
              <a:gd name="connsiteX80" fmla="*/ 6067330 w 6568309"/>
              <a:gd name="connsiteY80" fmla="*/ 4033899 h 6858000"/>
              <a:gd name="connsiteX81" fmla="*/ 6061081 w 6568309"/>
              <a:gd name="connsiteY81" fmla="*/ 4142250 h 6858000"/>
              <a:gd name="connsiteX82" fmla="*/ 6042858 w 6568309"/>
              <a:gd name="connsiteY82" fmla="*/ 4329442 h 6858000"/>
              <a:gd name="connsiteX83" fmla="*/ 6034182 w 6568309"/>
              <a:gd name="connsiteY83" fmla="*/ 4456184 h 6858000"/>
              <a:gd name="connsiteX84" fmla="*/ 6029178 w 6568309"/>
              <a:gd name="connsiteY84" fmla="*/ 4468478 h 6858000"/>
              <a:gd name="connsiteX85" fmla="*/ 6029974 w 6568309"/>
              <a:gd name="connsiteY85" fmla="*/ 4469862 h 6858000"/>
              <a:gd name="connsiteX86" fmla="*/ 6028340 w 6568309"/>
              <a:gd name="connsiteY86" fmla="*/ 4483797 h 6858000"/>
              <a:gd name="connsiteX87" fmla="*/ 6025168 w 6568309"/>
              <a:gd name="connsiteY87" fmla="*/ 4487091 h 6858000"/>
              <a:gd name="connsiteX88" fmla="*/ 6023164 w 6568309"/>
              <a:gd name="connsiteY88" fmla="*/ 4496728 h 6858000"/>
              <a:gd name="connsiteX89" fmla="*/ 6016839 w 6568309"/>
              <a:gd name="connsiteY89" fmla="*/ 4515918 h 6858000"/>
              <a:gd name="connsiteX90" fmla="*/ 6017886 w 6568309"/>
              <a:gd name="connsiteY90" fmla="*/ 4519316 h 6858000"/>
              <a:gd name="connsiteX91" fmla="*/ 6011819 w 6568309"/>
              <a:gd name="connsiteY91" fmla="*/ 4547957 h 6858000"/>
              <a:gd name="connsiteX92" fmla="*/ 6012791 w 6568309"/>
              <a:gd name="connsiteY92" fmla="*/ 4548262 h 6858000"/>
              <a:gd name="connsiteX93" fmla="*/ 6015703 w 6568309"/>
              <a:gd name="connsiteY93" fmla="*/ 4555939 h 6858000"/>
              <a:gd name="connsiteX94" fmla="*/ 6018854 w 6568309"/>
              <a:gd name="connsiteY94" fmla="*/ 4570815 h 6858000"/>
              <a:gd name="connsiteX95" fmla="*/ 6033000 w 6568309"/>
              <a:gd name="connsiteY95" fmla="*/ 4633846 h 6858000"/>
              <a:gd name="connsiteX96" fmla="*/ 6032325 w 6568309"/>
              <a:gd name="connsiteY96" fmla="*/ 4639816 h 6858000"/>
              <a:gd name="connsiteX97" fmla="*/ 6032549 w 6568309"/>
              <a:gd name="connsiteY97" fmla="*/ 4639923 h 6858000"/>
              <a:gd name="connsiteX98" fmla="*/ 6032309 w 6568309"/>
              <a:gd name="connsiteY98" fmla="*/ 4646192 h 6858000"/>
              <a:gd name="connsiteX99" fmla="*/ 6031095 w 6568309"/>
              <a:gd name="connsiteY99" fmla="*/ 4650706 h 6858000"/>
              <a:gd name="connsiteX100" fmla="*/ 6029786 w 6568309"/>
              <a:gd name="connsiteY100" fmla="*/ 4662290 h 6858000"/>
              <a:gd name="connsiteX101" fmla="*/ 6030911 w 6568309"/>
              <a:gd name="connsiteY101" fmla="*/ 4666180 h 6858000"/>
              <a:gd name="connsiteX102" fmla="*/ 6033630 w 6568309"/>
              <a:gd name="connsiteY102" fmla="*/ 4667585 h 6858000"/>
              <a:gd name="connsiteX103" fmla="*/ 6033189 w 6568309"/>
              <a:gd name="connsiteY103" fmla="*/ 4668660 h 6858000"/>
              <a:gd name="connsiteX104" fmla="*/ 6038764 w 6568309"/>
              <a:gd name="connsiteY104" fmla="*/ 4689807 h 6858000"/>
              <a:gd name="connsiteX105" fmla="*/ 6042217 w 6568309"/>
              <a:gd name="connsiteY105" fmla="*/ 4737890 h 6858000"/>
              <a:gd name="connsiteX106" fmla="*/ 6040543 w 6568309"/>
              <a:gd name="connsiteY106" fmla="*/ 4765657 h 6858000"/>
              <a:gd name="connsiteX107" fmla="*/ 6039956 w 6568309"/>
              <a:gd name="connsiteY107" fmla="*/ 4841463 h 6858000"/>
              <a:gd name="connsiteX108" fmla="*/ 6057123 w 6568309"/>
              <a:gd name="connsiteY108" fmla="*/ 4969863 h 6858000"/>
              <a:gd name="connsiteX109" fmla="*/ 6055039 w 6568309"/>
              <a:gd name="connsiteY109" fmla="*/ 4974028 h 6858000"/>
              <a:gd name="connsiteX110" fmla="*/ 6053462 w 6568309"/>
              <a:gd name="connsiteY110" fmla="*/ 4980318 h 6858000"/>
              <a:gd name="connsiteX111" fmla="*/ 6053643 w 6568309"/>
              <a:gd name="connsiteY111" fmla="*/ 4980501 h 6858000"/>
              <a:gd name="connsiteX112" fmla="*/ 6051733 w 6568309"/>
              <a:gd name="connsiteY112" fmla="*/ 4986338 h 6858000"/>
              <a:gd name="connsiteX113" fmla="*/ 6049602 w 6568309"/>
              <a:gd name="connsiteY113" fmla="*/ 4991296 h 6858000"/>
              <a:gd name="connsiteX114" fmla="*/ 6075165 w 6568309"/>
              <a:gd name="connsiteY114" fmla="*/ 5076895 h 6858000"/>
              <a:gd name="connsiteX115" fmla="*/ 6073751 w 6568309"/>
              <a:gd name="connsiteY115" fmla="*/ 5081568 h 6858000"/>
              <a:gd name="connsiteX116" fmla="*/ 6073150 w 6568309"/>
              <a:gd name="connsiteY116" fmla="*/ 5088173 h 6858000"/>
              <a:gd name="connsiteX117" fmla="*/ 6073355 w 6568309"/>
              <a:gd name="connsiteY117" fmla="*/ 5088300 h 6858000"/>
              <a:gd name="connsiteX118" fmla="*/ 6072362 w 6568309"/>
              <a:gd name="connsiteY118" fmla="*/ 5094558 h 6858000"/>
              <a:gd name="connsiteX119" fmla="*/ 6064726 w 6568309"/>
              <a:gd name="connsiteY119" fmla="*/ 5125620 h 6858000"/>
              <a:gd name="connsiteX120" fmla="*/ 6065415 w 6568309"/>
              <a:gd name="connsiteY120" fmla="*/ 5268004 h 6858000"/>
              <a:gd name="connsiteX121" fmla="*/ 6066081 w 6568309"/>
              <a:gd name="connsiteY121" fmla="*/ 5269530 h 6858000"/>
              <a:gd name="connsiteX122" fmla="*/ 6043407 w 6568309"/>
              <a:gd name="connsiteY122" fmla="*/ 5390941 h 6858000"/>
              <a:gd name="connsiteX123" fmla="*/ 6025377 w 6568309"/>
              <a:gd name="connsiteY123" fmla="*/ 5539927 h 6858000"/>
              <a:gd name="connsiteX124" fmla="*/ 6010052 w 6568309"/>
              <a:gd name="connsiteY124" fmla="*/ 5791594 h 6858000"/>
              <a:gd name="connsiteX125" fmla="*/ 5994220 w 6568309"/>
              <a:gd name="connsiteY125" fmla="*/ 5855206 h 6858000"/>
              <a:gd name="connsiteX126" fmla="*/ 5982580 w 6568309"/>
              <a:gd name="connsiteY126" fmla="*/ 5873582 h 6858000"/>
              <a:gd name="connsiteX127" fmla="*/ 5983608 w 6568309"/>
              <a:gd name="connsiteY127" fmla="*/ 5876037 h 6858000"/>
              <a:gd name="connsiteX128" fmla="*/ 5983535 w 6568309"/>
              <a:gd name="connsiteY128" fmla="*/ 5886534 h 6858000"/>
              <a:gd name="connsiteX129" fmla="*/ 5988737 w 6568309"/>
              <a:gd name="connsiteY129" fmla="*/ 5888644 h 6858000"/>
              <a:gd name="connsiteX130" fmla="*/ 5992371 w 6568309"/>
              <a:gd name="connsiteY130" fmla="*/ 5903832 h 6858000"/>
              <a:gd name="connsiteX131" fmla="*/ 5990780 w 6568309"/>
              <a:gd name="connsiteY131" fmla="*/ 5923391 h 6858000"/>
              <a:gd name="connsiteX132" fmla="*/ 5993870 w 6568309"/>
              <a:gd name="connsiteY132" fmla="*/ 6013205 h 6858000"/>
              <a:gd name="connsiteX133" fmla="*/ 5997673 w 6568309"/>
              <a:gd name="connsiteY133" fmla="*/ 6074018 h 6858000"/>
              <a:gd name="connsiteX134" fmla="*/ 6014840 w 6568309"/>
              <a:gd name="connsiteY134" fmla="*/ 6130837 h 6858000"/>
              <a:gd name="connsiteX135" fmla="*/ 6010704 w 6568309"/>
              <a:gd name="connsiteY135" fmla="*/ 6152982 h 6858000"/>
              <a:gd name="connsiteX136" fmla="*/ 6038294 w 6568309"/>
              <a:gd name="connsiteY136" fmla="*/ 6221100 h 6858000"/>
              <a:gd name="connsiteX137" fmla="*/ 6052331 w 6568309"/>
              <a:gd name="connsiteY137" fmla="*/ 6287550 h 6858000"/>
              <a:gd name="connsiteX138" fmla="*/ 6074143 w 6568309"/>
              <a:gd name="connsiteY138" fmla="*/ 6401595 h 6858000"/>
              <a:gd name="connsiteX139" fmla="*/ 6060199 w 6568309"/>
              <a:gd name="connsiteY139" fmla="*/ 6487110 h 6858000"/>
              <a:gd name="connsiteX140" fmla="*/ 6081156 w 6568309"/>
              <a:gd name="connsiteY140" fmla="*/ 6588589 h 6858000"/>
              <a:gd name="connsiteX141" fmla="*/ 6114944 w 6568309"/>
              <a:gd name="connsiteY141" fmla="*/ 6769963 h 6858000"/>
              <a:gd name="connsiteX142" fmla="*/ 6128950 w 6568309"/>
              <a:gd name="connsiteY142" fmla="*/ 6835814 h 6858000"/>
              <a:gd name="connsiteX143" fmla="*/ 6132536 w 6568309"/>
              <a:gd name="connsiteY143" fmla="*/ 6858000 h 6858000"/>
              <a:gd name="connsiteX144" fmla="*/ 4789511 w 6568309"/>
              <a:gd name="connsiteY144" fmla="*/ 6858000 h 6858000"/>
              <a:gd name="connsiteX145" fmla="*/ 1866294 w 6568309"/>
              <a:gd name="connsiteY145" fmla="*/ 6858000 h 6858000"/>
              <a:gd name="connsiteX146" fmla="*/ 1705866 w 6568309"/>
              <a:gd name="connsiteY146" fmla="*/ 6858000 h 6858000"/>
              <a:gd name="connsiteX147" fmla="*/ 1343025 w 6568309"/>
              <a:gd name="connsiteY147" fmla="*/ 6858000 h 6858000"/>
              <a:gd name="connsiteX148" fmla="*/ 523269 w 6568309"/>
              <a:gd name="connsiteY148" fmla="*/ 6858000 h 6858000"/>
              <a:gd name="connsiteX149" fmla="*/ 362841 w 6568309"/>
              <a:gd name="connsiteY149" fmla="*/ 6858000 h 6858000"/>
              <a:gd name="connsiteX150" fmla="*/ 0 w 6568309"/>
              <a:gd name="connsiteY15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6568309" h="6858000">
                <a:moveTo>
                  <a:pt x="0" y="0"/>
                </a:moveTo>
                <a:lnTo>
                  <a:pt x="362841" y="0"/>
                </a:lnTo>
                <a:lnTo>
                  <a:pt x="523269" y="0"/>
                </a:lnTo>
                <a:lnTo>
                  <a:pt x="1343025" y="0"/>
                </a:lnTo>
                <a:lnTo>
                  <a:pt x="1705866" y="0"/>
                </a:lnTo>
                <a:lnTo>
                  <a:pt x="1866294" y="0"/>
                </a:lnTo>
                <a:lnTo>
                  <a:pt x="5225154" y="0"/>
                </a:lnTo>
                <a:lnTo>
                  <a:pt x="6568179" y="0"/>
                </a:lnTo>
                <a:lnTo>
                  <a:pt x="6568309" y="1"/>
                </a:lnTo>
                <a:lnTo>
                  <a:pt x="6562951" y="30700"/>
                </a:lnTo>
                <a:cubicBezTo>
                  <a:pt x="6559126" y="84364"/>
                  <a:pt x="6548218" y="241149"/>
                  <a:pt x="6547446" y="310025"/>
                </a:cubicBezTo>
                <a:cubicBezTo>
                  <a:pt x="6550151" y="367544"/>
                  <a:pt x="6557712" y="408251"/>
                  <a:pt x="6558316" y="443960"/>
                </a:cubicBezTo>
                <a:cubicBezTo>
                  <a:pt x="6555224" y="499397"/>
                  <a:pt x="6534767" y="604434"/>
                  <a:pt x="6528896" y="642659"/>
                </a:cubicBezTo>
                <a:cubicBezTo>
                  <a:pt x="6535204" y="657287"/>
                  <a:pt x="6515365" y="658191"/>
                  <a:pt x="6523095" y="673307"/>
                </a:cubicBezTo>
                <a:cubicBezTo>
                  <a:pt x="6523388" y="693769"/>
                  <a:pt x="6506868" y="797295"/>
                  <a:pt x="6496169" y="839641"/>
                </a:cubicBezTo>
                <a:cubicBezTo>
                  <a:pt x="6484119" y="887148"/>
                  <a:pt x="6457817" y="937731"/>
                  <a:pt x="6450789" y="958357"/>
                </a:cubicBezTo>
                <a:cubicBezTo>
                  <a:pt x="6443760" y="978983"/>
                  <a:pt x="6459217" y="936930"/>
                  <a:pt x="6453996" y="963398"/>
                </a:cubicBezTo>
                <a:cubicBezTo>
                  <a:pt x="6448777" y="989867"/>
                  <a:pt x="6425575" y="1087010"/>
                  <a:pt x="6419467" y="1117169"/>
                </a:cubicBezTo>
                <a:cubicBezTo>
                  <a:pt x="6431540" y="1118586"/>
                  <a:pt x="6409651" y="1135372"/>
                  <a:pt x="6417348" y="1144352"/>
                </a:cubicBezTo>
                <a:cubicBezTo>
                  <a:pt x="6424109" y="1150681"/>
                  <a:pt x="6419047" y="1157251"/>
                  <a:pt x="6418473" y="1164484"/>
                </a:cubicBezTo>
                <a:cubicBezTo>
                  <a:pt x="6423767" y="1173524"/>
                  <a:pt x="6413947" y="1205209"/>
                  <a:pt x="6406979" y="1213829"/>
                </a:cubicBezTo>
                <a:cubicBezTo>
                  <a:pt x="6382818" y="1235037"/>
                  <a:pt x="6400452" y="1277327"/>
                  <a:pt x="6381928" y="1294823"/>
                </a:cubicBezTo>
                <a:cubicBezTo>
                  <a:pt x="6379195" y="1300845"/>
                  <a:pt x="6378069" y="1306615"/>
                  <a:pt x="6377948" y="1312193"/>
                </a:cubicBezTo>
                <a:lnTo>
                  <a:pt x="6379894" y="1327626"/>
                </a:lnTo>
                <a:lnTo>
                  <a:pt x="6385024" y="1331644"/>
                </a:lnTo>
                <a:lnTo>
                  <a:pt x="6383696" y="1341276"/>
                </a:lnTo>
                <a:cubicBezTo>
                  <a:pt x="6383952" y="1342166"/>
                  <a:pt x="6384208" y="1343055"/>
                  <a:pt x="6384464" y="1343945"/>
                </a:cubicBezTo>
                <a:cubicBezTo>
                  <a:pt x="6385957" y="1349040"/>
                  <a:pt x="6387253" y="1354080"/>
                  <a:pt x="6387748" y="1359134"/>
                </a:cubicBezTo>
                <a:cubicBezTo>
                  <a:pt x="6384363" y="1373109"/>
                  <a:pt x="6372802" y="1397612"/>
                  <a:pt x="6364157" y="1427803"/>
                </a:cubicBezTo>
                <a:cubicBezTo>
                  <a:pt x="6348141" y="1460349"/>
                  <a:pt x="6348362" y="1505076"/>
                  <a:pt x="6335874" y="1540278"/>
                </a:cubicBezTo>
                <a:lnTo>
                  <a:pt x="6331892" y="1547262"/>
                </a:lnTo>
                <a:lnTo>
                  <a:pt x="6332744" y="1577056"/>
                </a:lnTo>
                <a:cubicBezTo>
                  <a:pt x="6335859" y="1582205"/>
                  <a:pt x="6336674" y="1589568"/>
                  <a:pt x="6333604" y="1595898"/>
                </a:cubicBezTo>
                <a:lnTo>
                  <a:pt x="6324749" y="1703726"/>
                </a:lnTo>
                <a:cubicBezTo>
                  <a:pt x="6324080" y="1739332"/>
                  <a:pt x="6318019" y="1754453"/>
                  <a:pt x="6329594" y="1809535"/>
                </a:cubicBezTo>
                <a:cubicBezTo>
                  <a:pt x="6344930" y="1868036"/>
                  <a:pt x="6323725" y="1952670"/>
                  <a:pt x="6329062" y="2018310"/>
                </a:cubicBezTo>
                <a:cubicBezTo>
                  <a:pt x="6308075" y="2053162"/>
                  <a:pt x="6326925" y="2034561"/>
                  <a:pt x="6321735" y="2071355"/>
                </a:cubicBezTo>
                <a:lnTo>
                  <a:pt x="6322678" y="2141166"/>
                </a:lnTo>
                <a:lnTo>
                  <a:pt x="6321340" y="2154548"/>
                </a:lnTo>
                <a:lnTo>
                  <a:pt x="6316582" y="2158153"/>
                </a:lnTo>
                <a:lnTo>
                  <a:pt x="6311428" y="2178174"/>
                </a:lnTo>
                <a:cubicBezTo>
                  <a:pt x="6310177" y="2185696"/>
                  <a:pt x="6309622" y="2193828"/>
                  <a:pt x="6310192" y="2202858"/>
                </a:cubicBezTo>
                <a:cubicBezTo>
                  <a:pt x="6319667" y="2232772"/>
                  <a:pt x="6296459" y="2283357"/>
                  <a:pt x="6309211" y="2320214"/>
                </a:cubicBezTo>
                <a:cubicBezTo>
                  <a:pt x="6307537" y="2355906"/>
                  <a:pt x="6302490" y="2394678"/>
                  <a:pt x="6300151" y="2417011"/>
                </a:cubicBezTo>
                <a:cubicBezTo>
                  <a:pt x="6292303" y="2426377"/>
                  <a:pt x="6304439" y="2456509"/>
                  <a:pt x="6295176" y="2454207"/>
                </a:cubicBezTo>
                <a:cubicBezTo>
                  <a:pt x="6299335" y="2464947"/>
                  <a:pt x="6297305" y="2476105"/>
                  <a:pt x="6293727" y="2487203"/>
                </a:cubicBezTo>
                <a:lnTo>
                  <a:pt x="6285477" y="2512282"/>
                </a:lnTo>
                <a:cubicBezTo>
                  <a:pt x="6285720" y="2512961"/>
                  <a:pt x="6285962" y="2513640"/>
                  <a:pt x="6286205" y="2514318"/>
                </a:cubicBezTo>
                <a:cubicBezTo>
                  <a:pt x="6292347" y="2534324"/>
                  <a:pt x="6298487" y="2554328"/>
                  <a:pt x="6304629" y="2574334"/>
                </a:cubicBezTo>
                <a:lnTo>
                  <a:pt x="6303842" y="2579877"/>
                </a:lnTo>
                <a:cubicBezTo>
                  <a:pt x="6303729" y="2585644"/>
                  <a:pt x="6304006" y="2603388"/>
                  <a:pt x="6303953" y="2608928"/>
                </a:cubicBezTo>
                <a:lnTo>
                  <a:pt x="6303530" y="2613111"/>
                </a:lnTo>
                <a:lnTo>
                  <a:pt x="6297474" y="2621996"/>
                </a:lnTo>
                <a:lnTo>
                  <a:pt x="6299263" y="2634265"/>
                </a:lnTo>
                <a:lnTo>
                  <a:pt x="6293065" y="2647237"/>
                </a:lnTo>
                <a:cubicBezTo>
                  <a:pt x="6294685" y="2648158"/>
                  <a:pt x="6296180" y="2649356"/>
                  <a:pt x="6297496" y="2650786"/>
                </a:cubicBezTo>
                <a:lnTo>
                  <a:pt x="6301708" y="2661993"/>
                </a:lnTo>
                <a:lnTo>
                  <a:pt x="6295884" y="2670949"/>
                </a:lnTo>
                <a:cubicBezTo>
                  <a:pt x="6304913" y="2672007"/>
                  <a:pt x="6294429" y="2681695"/>
                  <a:pt x="6291714" y="2690255"/>
                </a:cubicBezTo>
                <a:lnTo>
                  <a:pt x="6292327" y="2695683"/>
                </a:lnTo>
                <a:lnTo>
                  <a:pt x="6284410" y="2713964"/>
                </a:lnTo>
                <a:lnTo>
                  <a:pt x="6280410" y="2730175"/>
                </a:lnTo>
                <a:lnTo>
                  <a:pt x="6288082" y="2763497"/>
                </a:lnTo>
                <a:lnTo>
                  <a:pt x="6260924" y="3051539"/>
                </a:lnTo>
                <a:cubicBezTo>
                  <a:pt x="6251455" y="3165645"/>
                  <a:pt x="6222174" y="3216611"/>
                  <a:pt x="6210151" y="3335396"/>
                </a:cubicBezTo>
                <a:lnTo>
                  <a:pt x="6212034" y="3456509"/>
                </a:lnTo>
                <a:lnTo>
                  <a:pt x="6197490" y="3531827"/>
                </a:lnTo>
                <a:lnTo>
                  <a:pt x="6208018" y="3570877"/>
                </a:lnTo>
                <a:lnTo>
                  <a:pt x="6205920" y="3583849"/>
                </a:lnTo>
                <a:lnTo>
                  <a:pt x="6199616" y="3592763"/>
                </a:lnTo>
                <a:cubicBezTo>
                  <a:pt x="6191839" y="3613948"/>
                  <a:pt x="6196204" y="3641245"/>
                  <a:pt x="6181288" y="3653485"/>
                </a:cubicBezTo>
                <a:cubicBezTo>
                  <a:pt x="6178087" y="3659316"/>
                  <a:pt x="6176516" y="3664985"/>
                  <a:pt x="6175963" y="3670528"/>
                </a:cubicBezTo>
                <a:lnTo>
                  <a:pt x="6176722" y="3685990"/>
                </a:lnTo>
                <a:lnTo>
                  <a:pt x="6181549" y="3690283"/>
                </a:lnTo>
                <a:lnTo>
                  <a:pt x="6179476" y="3699787"/>
                </a:lnTo>
                <a:cubicBezTo>
                  <a:pt x="6179664" y="3700686"/>
                  <a:pt x="6179852" y="3701586"/>
                  <a:pt x="6180040" y="3702486"/>
                </a:cubicBezTo>
                <a:cubicBezTo>
                  <a:pt x="6181140" y="3707637"/>
                  <a:pt x="6182047" y="3712728"/>
                  <a:pt x="6182155" y="3717784"/>
                </a:cubicBezTo>
                <a:cubicBezTo>
                  <a:pt x="6156678" y="3711701"/>
                  <a:pt x="6178864" y="3759789"/>
                  <a:pt x="6158980" y="3746229"/>
                </a:cubicBezTo>
                <a:cubicBezTo>
                  <a:pt x="6144630" y="3780750"/>
                  <a:pt x="6117520" y="3867558"/>
                  <a:pt x="6096049" y="3924910"/>
                </a:cubicBezTo>
                <a:lnTo>
                  <a:pt x="6069712" y="3989353"/>
                </a:lnTo>
                <a:lnTo>
                  <a:pt x="6067330" y="4033899"/>
                </a:lnTo>
                <a:cubicBezTo>
                  <a:pt x="6065506" y="4070470"/>
                  <a:pt x="6063599" y="4110146"/>
                  <a:pt x="6061081" y="4142250"/>
                </a:cubicBezTo>
                <a:cubicBezTo>
                  <a:pt x="6055260" y="4200007"/>
                  <a:pt x="6045907" y="4278998"/>
                  <a:pt x="6042858" y="4329442"/>
                </a:cubicBezTo>
                <a:cubicBezTo>
                  <a:pt x="6038376" y="4381764"/>
                  <a:pt x="6036461" y="4433012"/>
                  <a:pt x="6034182" y="4456184"/>
                </a:cubicBezTo>
                <a:lnTo>
                  <a:pt x="6029178" y="4468478"/>
                </a:lnTo>
                <a:lnTo>
                  <a:pt x="6029974" y="4469862"/>
                </a:lnTo>
                <a:cubicBezTo>
                  <a:pt x="6031287" y="4476321"/>
                  <a:pt x="6030316" y="4480555"/>
                  <a:pt x="6028340" y="4483797"/>
                </a:cubicBezTo>
                <a:lnTo>
                  <a:pt x="6025168" y="4487091"/>
                </a:lnTo>
                <a:lnTo>
                  <a:pt x="6023164" y="4496728"/>
                </a:lnTo>
                <a:lnTo>
                  <a:pt x="6016839" y="4515918"/>
                </a:lnTo>
                <a:cubicBezTo>
                  <a:pt x="6017189" y="4517049"/>
                  <a:pt x="6017537" y="4518182"/>
                  <a:pt x="6017886" y="4519316"/>
                </a:cubicBezTo>
                <a:lnTo>
                  <a:pt x="6011819" y="4547957"/>
                </a:lnTo>
                <a:lnTo>
                  <a:pt x="6012791" y="4548262"/>
                </a:lnTo>
                <a:cubicBezTo>
                  <a:pt x="6014837" y="4549595"/>
                  <a:pt x="6016087" y="4551811"/>
                  <a:pt x="6015703" y="4555939"/>
                </a:cubicBezTo>
                <a:cubicBezTo>
                  <a:pt x="6031790" y="4548276"/>
                  <a:pt x="6021405" y="4557977"/>
                  <a:pt x="6018854" y="4570815"/>
                </a:cubicBezTo>
                <a:cubicBezTo>
                  <a:pt x="6021736" y="4583801"/>
                  <a:pt x="6030754" y="4622347"/>
                  <a:pt x="6033000" y="4633846"/>
                </a:cubicBezTo>
                <a:lnTo>
                  <a:pt x="6032325" y="4639816"/>
                </a:lnTo>
                <a:lnTo>
                  <a:pt x="6032549" y="4639923"/>
                </a:lnTo>
                <a:cubicBezTo>
                  <a:pt x="6032911" y="4641190"/>
                  <a:pt x="6032878" y="4643141"/>
                  <a:pt x="6032309" y="4646192"/>
                </a:cubicBezTo>
                <a:lnTo>
                  <a:pt x="6031095" y="4650706"/>
                </a:lnTo>
                <a:lnTo>
                  <a:pt x="6029786" y="4662290"/>
                </a:lnTo>
                <a:cubicBezTo>
                  <a:pt x="6030161" y="4663587"/>
                  <a:pt x="6030536" y="4664883"/>
                  <a:pt x="6030911" y="4666180"/>
                </a:cubicBezTo>
                <a:lnTo>
                  <a:pt x="6033630" y="4667585"/>
                </a:lnTo>
                <a:lnTo>
                  <a:pt x="6033189" y="4668660"/>
                </a:lnTo>
                <a:cubicBezTo>
                  <a:pt x="6027286" y="4676831"/>
                  <a:pt x="6019767" y="4679345"/>
                  <a:pt x="6038764" y="4689807"/>
                </a:cubicBezTo>
                <a:cubicBezTo>
                  <a:pt x="6028616" y="4708535"/>
                  <a:pt x="6040474" y="4712235"/>
                  <a:pt x="6042217" y="4737890"/>
                </a:cubicBezTo>
                <a:cubicBezTo>
                  <a:pt x="6033362" y="4748600"/>
                  <a:pt x="6035273" y="4757223"/>
                  <a:pt x="6040543" y="4765657"/>
                </a:cubicBezTo>
                <a:cubicBezTo>
                  <a:pt x="6034416" y="4790618"/>
                  <a:pt x="6040696" y="4813399"/>
                  <a:pt x="6039956" y="4841463"/>
                </a:cubicBezTo>
                <a:lnTo>
                  <a:pt x="6057123" y="4969863"/>
                </a:lnTo>
                <a:lnTo>
                  <a:pt x="6055039" y="4974028"/>
                </a:lnTo>
                <a:cubicBezTo>
                  <a:pt x="6053860" y="4976933"/>
                  <a:pt x="6053409" y="4978909"/>
                  <a:pt x="6053462" y="4980318"/>
                </a:cubicBezTo>
                <a:lnTo>
                  <a:pt x="6053643" y="4980501"/>
                </a:lnTo>
                <a:lnTo>
                  <a:pt x="6051733" y="4986338"/>
                </a:lnTo>
                <a:lnTo>
                  <a:pt x="6049602" y="4991296"/>
                </a:lnTo>
                <a:cubicBezTo>
                  <a:pt x="6058123" y="5019829"/>
                  <a:pt x="6066643" y="5048361"/>
                  <a:pt x="6075165" y="5076895"/>
                </a:cubicBezTo>
                <a:lnTo>
                  <a:pt x="6073751" y="5081568"/>
                </a:lnTo>
                <a:cubicBezTo>
                  <a:pt x="6073034" y="5084748"/>
                  <a:pt x="6072888" y="5086810"/>
                  <a:pt x="6073150" y="5088173"/>
                </a:cubicBezTo>
                <a:lnTo>
                  <a:pt x="6073355" y="5088300"/>
                </a:lnTo>
                <a:lnTo>
                  <a:pt x="6072362" y="5094558"/>
                </a:lnTo>
                <a:cubicBezTo>
                  <a:pt x="6070184" y="5105196"/>
                  <a:pt x="6067588" y="5115626"/>
                  <a:pt x="6064726" y="5125620"/>
                </a:cubicBezTo>
                <a:cubicBezTo>
                  <a:pt x="6063568" y="5154527"/>
                  <a:pt x="6065189" y="5244020"/>
                  <a:pt x="6065415" y="5268004"/>
                </a:cubicBezTo>
                <a:cubicBezTo>
                  <a:pt x="6065637" y="5268513"/>
                  <a:pt x="6065860" y="5269021"/>
                  <a:pt x="6066081" y="5269530"/>
                </a:cubicBezTo>
                <a:lnTo>
                  <a:pt x="6043407" y="5390941"/>
                </a:lnTo>
                <a:cubicBezTo>
                  <a:pt x="6032545" y="5438194"/>
                  <a:pt x="6020942" y="5465286"/>
                  <a:pt x="6025377" y="5539927"/>
                </a:cubicBezTo>
                <a:cubicBezTo>
                  <a:pt x="6019787" y="5610775"/>
                  <a:pt x="6013913" y="5740573"/>
                  <a:pt x="6010052" y="5791594"/>
                </a:cubicBezTo>
                <a:cubicBezTo>
                  <a:pt x="5989401" y="5787060"/>
                  <a:pt x="6018524" y="5849672"/>
                  <a:pt x="5994220" y="5855206"/>
                </a:cubicBezTo>
                <a:cubicBezTo>
                  <a:pt x="5995282" y="5860240"/>
                  <a:pt x="5980598" y="5868910"/>
                  <a:pt x="5982580" y="5873582"/>
                </a:cubicBezTo>
                <a:cubicBezTo>
                  <a:pt x="5982922" y="5874401"/>
                  <a:pt x="5983265" y="5875218"/>
                  <a:pt x="5983608" y="5876037"/>
                </a:cubicBezTo>
                <a:lnTo>
                  <a:pt x="5983535" y="5886534"/>
                </a:lnTo>
                <a:lnTo>
                  <a:pt x="5988737" y="5888644"/>
                </a:lnTo>
                <a:cubicBezTo>
                  <a:pt x="5989948" y="5893707"/>
                  <a:pt x="5991159" y="5898769"/>
                  <a:pt x="5992371" y="5903832"/>
                </a:cubicBezTo>
                <a:cubicBezTo>
                  <a:pt x="5992924" y="5909651"/>
                  <a:pt x="5992578" y="5916068"/>
                  <a:pt x="5990780" y="5923391"/>
                </a:cubicBezTo>
                <a:cubicBezTo>
                  <a:pt x="5975822" y="5948880"/>
                  <a:pt x="6013580" y="5981626"/>
                  <a:pt x="5993870" y="6013205"/>
                </a:cubicBezTo>
                <a:cubicBezTo>
                  <a:pt x="5988486" y="6024901"/>
                  <a:pt x="5991718" y="6066777"/>
                  <a:pt x="5997673" y="6074018"/>
                </a:cubicBezTo>
                <a:cubicBezTo>
                  <a:pt x="5998007" y="6081731"/>
                  <a:pt x="6007861" y="6126985"/>
                  <a:pt x="6014840" y="6130837"/>
                </a:cubicBezTo>
                <a:cubicBezTo>
                  <a:pt x="6022998" y="6137057"/>
                  <a:pt x="5999420" y="6156330"/>
                  <a:pt x="6010704" y="6152982"/>
                </a:cubicBezTo>
                <a:cubicBezTo>
                  <a:pt x="6008682" y="6186619"/>
                  <a:pt x="6039938" y="6191636"/>
                  <a:pt x="6038294" y="6221100"/>
                </a:cubicBezTo>
                <a:cubicBezTo>
                  <a:pt x="6039643" y="6222126"/>
                  <a:pt x="6046356" y="6257468"/>
                  <a:pt x="6052331" y="6287550"/>
                </a:cubicBezTo>
                <a:cubicBezTo>
                  <a:pt x="6058307" y="6317632"/>
                  <a:pt x="6082079" y="6391312"/>
                  <a:pt x="6074143" y="6401595"/>
                </a:cubicBezTo>
                <a:cubicBezTo>
                  <a:pt x="6074931" y="6423902"/>
                  <a:pt x="6059614" y="6432919"/>
                  <a:pt x="6060199" y="6487110"/>
                </a:cubicBezTo>
                <a:cubicBezTo>
                  <a:pt x="6075583" y="6574474"/>
                  <a:pt x="6076150" y="6553611"/>
                  <a:pt x="6081156" y="6588589"/>
                </a:cubicBezTo>
                <a:cubicBezTo>
                  <a:pt x="6102088" y="6637976"/>
                  <a:pt x="6067660" y="6687723"/>
                  <a:pt x="6114944" y="6769963"/>
                </a:cubicBezTo>
                <a:cubicBezTo>
                  <a:pt x="6130462" y="6819284"/>
                  <a:pt x="6119243" y="6817955"/>
                  <a:pt x="6128950" y="6835814"/>
                </a:cubicBezTo>
                <a:lnTo>
                  <a:pt x="6132536" y="6858000"/>
                </a:lnTo>
                <a:lnTo>
                  <a:pt x="4789511" y="6858000"/>
                </a:lnTo>
                <a:lnTo>
                  <a:pt x="1866294" y="6858000"/>
                </a:lnTo>
                <a:lnTo>
                  <a:pt x="1705866" y="6858000"/>
                </a:lnTo>
                <a:lnTo>
                  <a:pt x="1343025" y="6858000"/>
                </a:lnTo>
                <a:lnTo>
                  <a:pt x="523269" y="6858000"/>
                </a:lnTo>
                <a:lnTo>
                  <a:pt x="362841"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9D4660A-B145-B345-3704-A73AA146EAA8}"/>
              </a:ext>
            </a:extLst>
          </p:cNvPr>
          <p:cNvSpPr>
            <a:spLocks noGrp="1"/>
          </p:cNvSpPr>
          <p:nvPr>
            <p:ph type="title"/>
          </p:nvPr>
        </p:nvSpPr>
        <p:spPr>
          <a:xfrm>
            <a:off x="1137034" y="609600"/>
            <a:ext cx="4784796" cy="1330840"/>
          </a:xfrm>
        </p:spPr>
        <p:txBody>
          <a:bodyPr>
            <a:normAutofit/>
          </a:bodyPr>
          <a:lstStyle/>
          <a:p>
            <a:r>
              <a:rPr lang="en-US" dirty="0"/>
              <a:t>Model 5 – LSTM (From Scratch)</a:t>
            </a:r>
          </a:p>
        </p:txBody>
      </p:sp>
      <p:sp>
        <p:nvSpPr>
          <p:cNvPr id="4" name="Rectangle 1">
            <a:extLst>
              <a:ext uri="{FF2B5EF4-FFF2-40B4-BE49-F238E27FC236}">
                <a16:creationId xmlns:a16="http://schemas.microsoft.com/office/drawing/2014/main" id="{53D8971A-5A74-BCE1-67BF-C87F2ADF23BA}"/>
              </a:ext>
            </a:extLst>
          </p:cNvPr>
          <p:cNvSpPr>
            <a:spLocks noGrp="1" noChangeArrowheads="1"/>
          </p:cNvSpPr>
          <p:nvPr>
            <p:ph idx="1"/>
          </p:nvPr>
        </p:nvSpPr>
        <p:spPr bwMode="auto">
          <a:xfrm>
            <a:off x="1137034" y="2194102"/>
            <a:ext cx="4438036" cy="425585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a:buNone/>
            </a:pPr>
            <a:r>
              <a:rPr lang="en-US" sz="1300" b="1" dirty="0"/>
              <a:t>Model: LSTM (From Scratch)</a:t>
            </a:r>
            <a:endParaRPr lang="en-US" sz="1300" dirty="0"/>
          </a:p>
          <a:p>
            <a:pPr>
              <a:buFont typeface="Arial" panose="020B0604020202020204" pitchFamily="34" charset="0"/>
              <a:buChar char="•"/>
            </a:pPr>
            <a:r>
              <a:rPr lang="en-US" sz="1300" b="1" dirty="0"/>
              <a:t>Features</a:t>
            </a:r>
            <a:r>
              <a:rPr lang="en-US" sz="1300" dirty="0"/>
              <a:t>: Tokenized sequences from raw text (custom vocab, 10k words)</a:t>
            </a:r>
          </a:p>
          <a:p>
            <a:pPr>
              <a:buFont typeface="Arial" panose="020B0604020202020204" pitchFamily="34" charset="0"/>
              <a:buChar char="•"/>
            </a:pPr>
            <a:r>
              <a:rPr lang="en-US" sz="1300" b="1" dirty="0"/>
              <a:t>Train/Test Split</a:t>
            </a:r>
            <a:r>
              <a:rPr lang="en-US" sz="1300" dirty="0"/>
              <a:t>: 80/20 stratified (2000/500)</a:t>
            </a:r>
          </a:p>
          <a:p>
            <a:pPr>
              <a:buFont typeface="Arial" panose="020B0604020202020204" pitchFamily="34" charset="0"/>
              <a:buChar char="•"/>
            </a:pPr>
            <a:r>
              <a:rPr lang="en-US" sz="1300" b="1" dirty="0"/>
              <a:t>Accuracy</a:t>
            </a:r>
            <a:r>
              <a:rPr lang="en-US" sz="1300" dirty="0"/>
              <a:t>: 0.5</a:t>
            </a:r>
          </a:p>
          <a:p>
            <a:pPr>
              <a:buFont typeface="Arial" panose="020B0604020202020204" pitchFamily="34" charset="0"/>
              <a:buChar char="•"/>
            </a:pPr>
            <a:r>
              <a:rPr lang="en-US" sz="1300" b="1" dirty="0"/>
              <a:t>F1 Score</a:t>
            </a:r>
            <a:r>
              <a:rPr lang="en-US" sz="1300" dirty="0"/>
              <a:t>: 0.06</a:t>
            </a:r>
          </a:p>
          <a:p>
            <a:pPr>
              <a:buFont typeface="Arial" panose="020B0604020202020204" pitchFamily="34" charset="0"/>
              <a:buChar char="•"/>
            </a:pPr>
            <a:r>
              <a:rPr lang="en-US" sz="1300" b="1" dirty="0"/>
              <a:t>ROC-AUC</a:t>
            </a:r>
            <a:r>
              <a:rPr lang="en-US" sz="1300" dirty="0"/>
              <a:t>: 0.51</a:t>
            </a:r>
          </a:p>
          <a:p>
            <a:pPr>
              <a:buFont typeface="Arial" panose="020B0604020202020204" pitchFamily="34" charset="0"/>
              <a:buChar char="•"/>
            </a:pPr>
            <a:r>
              <a:rPr lang="en-US" sz="1300" b="1" dirty="0"/>
              <a:t>Confusion Matrix</a:t>
            </a:r>
            <a:r>
              <a:rPr lang="en-US" sz="1300" dirty="0"/>
              <a:t>:</a:t>
            </a:r>
          </a:p>
          <a:p>
            <a:pPr marL="742950" lvl="1" indent="-285750">
              <a:buFont typeface="Arial" panose="020B0604020202020204" pitchFamily="34" charset="0"/>
              <a:buChar char="•"/>
            </a:pPr>
            <a:r>
              <a:rPr lang="en-US" sz="1300" dirty="0"/>
              <a:t>True Negative: 242</a:t>
            </a:r>
          </a:p>
          <a:p>
            <a:pPr marL="742950" lvl="1" indent="-285750">
              <a:buFont typeface="Arial" panose="020B0604020202020204" pitchFamily="34" charset="0"/>
              <a:buChar char="•"/>
            </a:pPr>
            <a:r>
              <a:rPr lang="en-US" sz="1300" dirty="0"/>
              <a:t>False Positive: 5</a:t>
            </a:r>
          </a:p>
          <a:p>
            <a:pPr marL="742950" lvl="1" indent="-285750">
              <a:buFont typeface="Arial" panose="020B0604020202020204" pitchFamily="34" charset="0"/>
              <a:buChar char="•"/>
            </a:pPr>
            <a:r>
              <a:rPr lang="en-US" sz="1300" dirty="0"/>
              <a:t>False Negative: 245</a:t>
            </a:r>
          </a:p>
          <a:p>
            <a:pPr marL="742950" lvl="1" indent="-285750">
              <a:buFont typeface="Arial" panose="020B0604020202020204" pitchFamily="34" charset="0"/>
              <a:buChar char="•"/>
            </a:pPr>
            <a:r>
              <a:rPr lang="en-US" sz="1300" dirty="0"/>
              <a:t>True Positive: 8</a:t>
            </a:r>
          </a:p>
          <a:p>
            <a:pPr>
              <a:buFont typeface="Arial" panose="020B0604020202020204" pitchFamily="34" charset="0"/>
              <a:buChar char="•"/>
            </a:pPr>
            <a:r>
              <a:rPr lang="en-US" sz="1300" b="1" dirty="0"/>
              <a:t>Insight</a:t>
            </a:r>
            <a:r>
              <a:rPr lang="en-US" sz="1300" dirty="0"/>
              <a:t>: From-scratch LSTM failed to learn meaningful signal. Severely underfit and biased toward negative class.</a:t>
            </a:r>
          </a:p>
        </p:txBody>
      </p:sp>
      <p:pic>
        <p:nvPicPr>
          <p:cNvPr id="6" name="Picture 5" descr="A screenshot of a graph&#10;&#10;AI-generated content may be incorrect.">
            <a:extLst>
              <a:ext uri="{FF2B5EF4-FFF2-40B4-BE49-F238E27FC236}">
                <a16:creationId xmlns:a16="http://schemas.microsoft.com/office/drawing/2014/main" id="{C121E7D6-CB1D-CFBF-501F-1D90F1D99A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0610" y="1254866"/>
            <a:ext cx="4737650" cy="4370482"/>
          </a:xfrm>
          <a:prstGeom prst="rect">
            <a:avLst/>
          </a:prstGeom>
        </p:spPr>
      </p:pic>
    </p:spTree>
    <p:extLst>
      <p:ext uri="{BB962C8B-B14F-4D97-AF65-F5344CB8AC3E}">
        <p14:creationId xmlns:p14="http://schemas.microsoft.com/office/powerpoint/2010/main" val="1285309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3" name="Rectangle 52">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673A524-F3F3-896B-DB3B-010EFFD38515}"/>
              </a:ext>
            </a:extLst>
          </p:cNvPr>
          <p:cNvSpPr>
            <a:spLocks noGrp="1"/>
          </p:cNvSpPr>
          <p:nvPr>
            <p:ph type="title"/>
          </p:nvPr>
        </p:nvSpPr>
        <p:spPr>
          <a:xfrm>
            <a:off x="630936" y="639520"/>
            <a:ext cx="3429000" cy="1719072"/>
          </a:xfrm>
        </p:spPr>
        <p:txBody>
          <a:bodyPr anchor="b">
            <a:normAutofit/>
          </a:bodyPr>
          <a:lstStyle/>
          <a:p>
            <a:r>
              <a:rPr lang="en-US" sz="3800" b="1" dirty="0"/>
              <a:t>MODEL COMPARISON</a:t>
            </a:r>
          </a:p>
        </p:txBody>
      </p:sp>
      <p:sp>
        <p:nvSpPr>
          <p:cNvPr id="5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
            <a:extLst>
              <a:ext uri="{FF2B5EF4-FFF2-40B4-BE49-F238E27FC236}">
                <a16:creationId xmlns:a16="http://schemas.microsoft.com/office/drawing/2014/main" id="{5E34AB81-72AF-F4D4-3290-505160FD97D0}"/>
              </a:ext>
            </a:extLst>
          </p:cNvPr>
          <p:cNvSpPr>
            <a:spLocks noGrp="1" noChangeArrowheads="1"/>
          </p:cNvSpPr>
          <p:nvPr>
            <p:ph idx="1"/>
          </p:nvPr>
        </p:nvSpPr>
        <p:spPr bwMode="auto">
          <a:xfrm>
            <a:off x="630936" y="2807208"/>
            <a:ext cx="3429000" cy="374426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rmAutofit fontScale="92500"/>
          </a:bodyPr>
          <a:lstStyle/>
          <a:p>
            <a:pPr eaLnBrk="0" fontAlgn="base" hangingPunct="0">
              <a:spcBef>
                <a:spcPct val="0"/>
              </a:spcBef>
              <a:spcAft>
                <a:spcPts val="600"/>
              </a:spcAft>
            </a:pPr>
            <a:r>
              <a:rPr kumimoji="0" lang="en-US" altLang="en-US" sz="1500" b="1" i="0" u="none" strike="noStrike" cap="none" normalizeH="0" baseline="0" dirty="0">
                <a:ln>
                  <a:noFill/>
                </a:ln>
                <a:effectLst/>
                <a:latin typeface="Arial" panose="020B0604020202020204" pitchFamily="34" charset="0"/>
              </a:rPr>
              <a:t>BERT (Fine-Tuned)</a:t>
            </a:r>
            <a:r>
              <a:rPr kumimoji="0" lang="en-US" altLang="en-US" sz="1500" b="0" i="0" u="none" strike="noStrike" cap="none" normalizeH="0" baseline="0" dirty="0">
                <a:ln>
                  <a:noFill/>
                </a:ln>
                <a:effectLst/>
                <a:latin typeface="Arial" panose="020B0604020202020204" pitchFamily="34" charset="0"/>
              </a:rPr>
              <a:t> had the best performance across all metrics.</a:t>
            </a:r>
          </a:p>
          <a:p>
            <a:pPr eaLnBrk="0" fontAlgn="base" hangingPunct="0">
              <a:spcBef>
                <a:spcPct val="0"/>
              </a:spcBef>
              <a:spcAft>
                <a:spcPts val="600"/>
              </a:spcAft>
            </a:pPr>
            <a:r>
              <a:rPr kumimoji="0" lang="en-US" altLang="en-US" sz="1500" b="1" i="0" u="none" strike="noStrike" cap="none" normalizeH="0" baseline="0" dirty="0">
                <a:ln>
                  <a:noFill/>
                </a:ln>
                <a:effectLst/>
                <a:latin typeface="Arial" panose="020B0604020202020204" pitchFamily="34" charset="0"/>
              </a:rPr>
              <a:t>BERT (Pretrained)</a:t>
            </a:r>
            <a:r>
              <a:rPr kumimoji="0" lang="en-US" altLang="en-US" sz="1500" b="0" i="0" u="none" strike="noStrike" cap="none" normalizeH="0" baseline="0" dirty="0">
                <a:ln>
                  <a:noFill/>
                </a:ln>
                <a:effectLst/>
                <a:latin typeface="Arial" panose="020B0604020202020204" pitchFamily="34" charset="0"/>
              </a:rPr>
              <a:t> performed poorly without task-specific fine-tuning.</a:t>
            </a:r>
          </a:p>
          <a:p>
            <a:pPr eaLnBrk="0" fontAlgn="base" hangingPunct="0">
              <a:spcBef>
                <a:spcPct val="0"/>
              </a:spcBef>
              <a:spcAft>
                <a:spcPts val="600"/>
              </a:spcAft>
            </a:pPr>
            <a:r>
              <a:rPr kumimoji="0" lang="en-US" altLang="en-US" sz="1500" b="1" i="0" u="none" strike="noStrike" cap="none" normalizeH="0" baseline="0" dirty="0" err="1">
                <a:ln>
                  <a:noFill/>
                </a:ln>
                <a:effectLst/>
                <a:latin typeface="Arial" panose="020B0604020202020204" pitchFamily="34" charset="0"/>
              </a:rPr>
              <a:t>LinearSVC</a:t>
            </a:r>
            <a:r>
              <a:rPr kumimoji="0" lang="en-US" altLang="en-US" sz="1500" b="0" i="0" u="none" strike="noStrike" cap="none" normalizeH="0" baseline="0" dirty="0">
                <a:ln>
                  <a:noFill/>
                </a:ln>
                <a:effectLst/>
                <a:latin typeface="Arial" panose="020B0604020202020204" pitchFamily="34" charset="0"/>
              </a:rPr>
              <a:t> slightly outperformed </a:t>
            </a:r>
            <a:r>
              <a:rPr kumimoji="0" lang="en-US" altLang="en-US" sz="1500" b="1" i="0" u="none" strike="noStrike" cap="none" normalizeH="0" baseline="0" dirty="0">
                <a:ln>
                  <a:noFill/>
                </a:ln>
                <a:effectLst/>
                <a:latin typeface="Arial" panose="020B0604020202020204" pitchFamily="34" charset="0"/>
              </a:rPr>
              <a:t>Logistic Regression</a:t>
            </a:r>
            <a:r>
              <a:rPr kumimoji="0" lang="en-US" altLang="en-US" sz="1500" b="0" i="0" u="none" strike="noStrike" cap="none" normalizeH="0" baseline="0" dirty="0">
                <a:ln>
                  <a:noFill/>
                </a:ln>
                <a:effectLst/>
                <a:latin typeface="Arial" panose="020B0604020202020204" pitchFamily="34" charset="0"/>
              </a:rPr>
              <a:t>.</a:t>
            </a:r>
          </a:p>
          <a:p>
            <a:pPr eaLnBrk="0" fontAlgn="base" hangingPunct="0">
              <a:spcBef>
                <a:spcPct val="0"/>
              </a:spcBef>
              <a:spcAft>
                <a:spcPts val="600"/>
              </a:spcAft>
            </a:pPr>
            <a:r>
              <a:rPr kumimoji="0" lang="en-US" altLang="en-US" sz="1500" b="1" i="0" u="none" strike="noStrike" cap="none" normalizeH="0" baseline="0" dirty="0">
                <a:ln>
                  <a:noFill/>
                </a:ln>
                <a:effectLst/>
                <a:latin typeface="Arial" panose="020B0604020202020204" pitchFamily="34" charset="0"/>
              </a:rPr>
              <a:t>Logistic Regression</a:t>
            </a:r>
            <a:r>
              <a:rPr kumimoji="0" lang="en-US" altLang="en-US" sz="1500" b="0" i="0" u="none" strike="noStrike" cap="none" normalizeH="0" baseline="0" dirty="0">
                <a:ln>
                  <a:noFill/>
                </a:ln>
                <a:effectLst/>
                <a:latin typeface="Arial" panose="020B0604020202020204" pitchFamily="34" charset="0"/>
              </a:rPr>
              <a:t> was a strong classical baseline.</a:t>
            </a:r>
          </a:p>
          <a:p>
            <a:pPr eaLnBrk="0" fontAlgn="base" hangingPunct="0">
              <a:spcBef>
                <a:spcPct val="0"/>
              </a:spcBef>
              <a:spcAft>
                <a:spcPts val="600"/>
              </a:spcAft>
            </a:pPr>
            <a:r>
              <a:rPr kumimoji="0" lang="en-US" altLang="en-US" sz="1500" b="0" i="0" u="none" strike="noStrike" cap="none" normalizeH="0" baseline="0" dirty="0">
                <a:ln>
                  <a:noFill/>
                </a:ln>
                <a:effectLst/>
                <a:latin typeface="Arial" panose="020B0604020202020204" pitchFamily="34" charset="0"/>
              </a:rPr>
              <a:t>Logistic Regression's performance was confirmed via 5-fold cross-validation, ensuring generalization and stability.</a:t>
            </a:r>
          </a:p>
          <a:p>
            <a:pPr eaLnBrk="0" fontAlgn="base" hangingPunct="0">
              <a:spcBef>
                <a:spcPct val="0"/>
              </a:spcBef>
              <a:spcAft>
                <a:spcPts val="600"/>
              </a:spcAft>
            </a:pPr>
            <a:r>
              <a:rPr kumimoji="0" lang="en-US" altLang="en-US" sz="1500" b="1" i="0" u="none" strike="noStrike" cap="none" normalizeH="0" baseline="0" dirty="0">
                <a:ln>
                  <a:noFill/>
                </a:ln>
                <a:effectLst/>
                <a:latin typeface="Arial" panose="020B0604020202020204" pitchFamily="34" charset="0"/>
              </a:rPr>
              <a:t>LSTM (From Scratch)</a:t>
            </a:r>
            <a:r>
              <a:rPr kumimoji="0" lang="en-US" altLang="en-US" sz="1500" b="0" i="0" u="none" strike="noStrike" cap="none" normalizeH="0" baseline="0" dirty="0">
                <a:ln>
                  <a:noFill/>
                </a:ln>
                <a:effectLst/>
                <a:latin typeface="Arial" panose="020B0604020202020204" pitchFamily="34" charset="0"/>
              </a:rPr>
              <a:t> underfit the data and showed very low F1 score.</a:t>
            </a:r>
          </a:p>
          <a:p>
            <a:pPr eaLnBrk="0" fontAlgn="base" hangingPunct="0">
              <a:spcBef>
                <a:spcPct val="0"/>
              </a:spcBef>
              <a:spcAft>
                <a:spcPts val="600"/>
              </a:spcAft>
            </a:pPr>
            <a:r>
              <a:rPr kumimoji="0" lang="en-US" altLang="en-US" sz="1500" b="0" i="0" u="none" strike="noStrike" cap="none" normalizeH="0" baseline="0" dirty="0">
                <a:ln>
                  <a:noFill/>
                </a:ln>
                <a:effectLst/>
                <a:latin typeface="Arial" panose="020B0604020202020204" pitchFamily="34" charset="0"/>
              </a:rPr>
              <a:t>Fine-tuning and pretraining quality greatly impact model effectiveness.</a:t>
            </a:r>
          </a:p>
        </p:txBody>
      </p:sp>
      <p:pic>
        <p:nvPicPr>
          <p:cNvPr id="9" name="Picture 8">
            <a:extLst>
              <a:ext uri="{FF2B5EF4-FFF2-40B4-BE49-F238E27FC236}">
                <a16:creationId xmlns:a16="http://schemas.microsoft.com/office/drawing/2014/main" id="{4D119072-6391-ABDF-E8E7-C7D24EDC516E}"/>
              </a:ext>
            </a:extLst>
          </p:cNvPr>
          <p:cNvPicPr>
            <a:picLocks noChangeAspect="1"/>
          </p:cNvPicPr>
          <p:nvPr/>
        </p:nvPicPr>
        <p:blipFill>
          <a:blip r:embed="rId2"/>
          <a:stretch>
            <a:fillRect/>
          </a:stretch>
        </p:blipFill>
        <p:spPr>
          <a:xfrm>
            <a:off x="4654296" y="1357884"/>
            <a:ext cx="6903720" cy="4142231"/>
          </a:xfrm>
          <a:prstGeom prst="rect">
            <a:avLst/>
          </a:prstGeom>
        </p:spPr>
      </p:pic>
    </p:spTree>
    <p:extLst>
      <p:ext uri="{BB962C8B-B14F-4D97-AF65-F5344CB8AC3E}">
        <p14:creationId xmlns:p14="http://schemas.microsoft.com/office/powerpoint/2010/main" val="36449387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3" name="Rectangle 52">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3526B1-502A-2A11-FB9E-7F0220ACE146}"/>
              </a:ext>
            </a:extLst>
          </p:cNvPr>
          <p:cNvSpPr>
            <a:spLocks noGrp="1"/>
          </p:cNvSpPr>
          <p:nvPr>
            <p:ph type="title"/>
          </p:nvPr>
        </p:nvSpPr>
        <p:spPr>
          <a:xfrm>
            <a:off x="1137034" y="609599"/>
            <a:ext cx="6463301" cy="1322888"/>
          </a:xfrm>
        </p:spPr>
        <p:txBody>
          <a:bodyPr>
            <a:normAutofit/>
          </a:bodyPr>
          <a:lstStyle/>
          <a:p>
            <a:r>
              <a:rPr lang="en-US"/>
              <a:t>RESULTS / PAIRED t-TEST</a:t>
            </a:r>
          </a:p>
        </p:txBody>
      </p:sp>
      <p:sp>
        <p:nvSpPr>
          <p:cNvPr id="55" name="Freeform: Shape 54">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Rectangle 1">
            <a:extLst>
              <a:ext uri="{FF2B5EF4-FFF2-40B4-BE49-F238E27FC236}">
                <a16:creationId xmlns:a16="http://schemas.microsoft.com/office/drawing/2014/main" id="{CF1BBB66-3D97-6421-B395-AC26E2F98780}"/>
              </a:ext>
            </a:extLst>
          </p:cNvPr>
          <p:cNvSpPr>
            <a:spLocks noGrp="1" noChangeArrowheads="1"/>
          </p:cNvSpPr>
          <p:nvPr>
            <p:ph idx="1"/>
          </p:nvPr>
        </p:nvSpPr>
        <p:spPr bwMode="auto">
          <a:xfrm>
            <a:off x="1137034" y="2194101"/>
            <a:ext cx="6463301" cy="3361125"/>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r>
              <a:rPr lang="en-US" sz="1600" b="1"/>
              <a:t>Fine-Tuned BERT </a:t>
            </a:r>
            <a:r>
              <a:rPr lang="en-US" sz="1600"/>
              <a:t>achieved the best overall F1 and accuracy</a:t>
            </a:r>
          </a:p>
          <a:p>
            <a:r>
              <a:rPr lang="en-US" sz="1600" b="1"/>
              <a:t>Pretrained BERT </a:t>
            </a:r>
            <a:r>
              <a:rPr lang="en-US" sz="1600"/>
              <a:t>had strong F1 but weak generalization (overfit on positives)</a:t>
            </a:r>
          </a:p>
          <a:p>
            <a:r>
              <a:rPr lang="en-US" sz="1600" b="1"/>
              <a:t>LinearSVC</a:t>
            </a:r>
            <a:r>
              <a:rPr lang="en-US" sz="1600"/>
              <a:t> slightly outperformed Logistic Regression</a:t>
            </a:r>
          </a:p>
          <a:p>
            <a:r>
              <a:rPr lang="en-US" sz="1600" b="1"/>
              <a:t>Logistic Regression </a:t>
            </a:r>
            <a:r>
              <a:rPr lang="en-US" sz="1600"/>
              <a:t>was a reliable classical baseline</a:t>
            </a:r>
          </a:p>
          <a:p>
            <a:r>
              <a:rPr lang="en-US" sz="1600" b="1"/>
              <a:t>LSTM</a:t>
            </a:r>
            <a:r>
              <a:rPr lang="en-US" sz="1600"/>
              <a:t> underfit and failed to generalize</a:t>
            </a:r>
          </a:p>
          <a:p>
            <a:r>
              <a:rPr lang="en-US" sz="1600" b="1"/>
              <a:t>Fine-Tuned BERT vs Logistic Regression: P = 0.2504</a:t>
            </a:r>
          </a:p>
          <a:p>
            <a:r>
              <a:rPr lang="en-US" sz="1600" b="1"/>
              <a:t>Fine-Tuned BERT vs LinearSVC: P = 0.4564</a:t>
            </a:r>
          </a:p>
          <a:p>
            <a:r>
              <a:rPr lang="en-US" sz="1600" b="1"/>
              <a:t>Fine-Tuned BERT vs LSTM: P = 0.5024</a:t>
            </a:r>
          </a:p>
          <a:p>
            <a:pPr lvl="1"/>
            <a:r>
              <a:rPr lang="en-US" sz="1600"/>
              <a:t>➡️ No statistically significant differences at the 5% level.</a:t>
            </a:r>
          </a:p>
          <a:p>
            <a:pPr eaLnBrk="0" fontAlgn="base" hangingPunct="0">
              <a:spcBef>
                <a:spcPct val="0"/>
              </a:spcBef>
              <a:spcAft>
                <a:spcPts val="600"/>
              </a:spcAft>
            </a:pPr>
            <a:endParaRPr kumimoji="0" lang="en-US" altLang="en-US" sz="1600" b="0" i="0" u="none" strike="noStrike" cap="none" normalizeH="0" baseline="0">
              <a:ln>
                <a:noFill/>
              </a:ln>
              <a:effectLst/>
              <a:latin typeface="Arial" panose="020B0604020202020204" pitchFamily="34" charset="0"/>
            </a:endParaRPr>
          </a:p>
        </p:txBody>
      </p:sp>
      <p:pic>
        <p:nvPicPr>
          <p:cNvPr id="5" name="Picture 4" descr="A screen shot of a computer&#10;&#10;AI-generated content may be incorrect.">
            <a:extLst>
              <a:ext uri="{FF2B5EF4-FFF2-40B4-BE49-F238E27FC236}">
                <a16:creationId xmlns:a16="http://schemas.microsoft.com/office/drawing/2014/main" id="{DE3E158F-31DF-DBBB-867F-005502AE48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64354" y="700629"/>
            <a:ext cx="2974698" cy="1598900"/>
          </a:xfrm>
          <a:prstGeom prst="rect">
            <a:avLst/>
          </a:prstGeom>
        </p:spPr>
      </p:pic>
      <p:pic>
        <p:nvPicPr>
          <p:cNvPr id="16" name="Picture 15" descr="A screenshot of a computer screen&#10;&#10;AI-generated content may be incorrect.">
            <a:extLst>
              <a:ext uri="{FF2B5EF4-FFF2-40B4-BE49-F238E27FC236}">
                <a16:creationId xmlns:a16="http://schemas.microsoft.com/office/drawing/2014/main" id="{44597042-56CB-26E3-3D19-66ECCFA4DC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64354" y="2916137"/>
            <a:ext cx="2974698" cy="1033707"/>
          </a:xfrm>
          <a:prstGeom prst="rect">
            <a:avLst/>
          </a:prstGeom>
        </p:spPr>
      </p:pic>
      <p:sp>
        <p:nvSpPr>
          <p:cNvPr id="57" name="Freeform: Shape 56">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F3BED535-0016-436D-8D09-2E633B39FA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64353" y="4565772"/>
            <a:ext cx="2974698" cy="215665"/>
          </a:xfrm>
          <a:prstGeom prst="rect">
            <a:avLst/>
          </a:prstGeom>
        </p:spPr>
      </p:pic>
    </p:spTree>
    <p:extLst>
      <p:ext uri="{BB962C8B-B14F-4D97-AF65-F5344CB8AC3E}">
        <p14:creationId xmlns:p14="http://schemas.microsoft.com/office/powerpoint/2010/main" val="23638627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E57FC5-71FA-E998-C5B8-DCC92F94463F}"/>
              </a:ext>
            </a:extLst>
          </p:cNvPr>
          <p:cNvSpPr>
            <a:spLocks noGrp="1"/>
          </p:cNvSpPr>
          <p:nvPr>
            <p:ph type="title"/>
          </p:nvPr>
        </p:nvSpPr>
        <p:spPr>
          <a:xfrm>
            <a:off x="586478" y="1683756"/>
            <a:ext cx="3115265" cy="2396359"/>
          </a:xfrm>
        </p:spPr>
        <p:txBody>
          <a:bodyPr anchor="b">
            <a:normAutofit/>
          </a:bodyPr>
          <a:lstStyle/>
          <a:p>
            <a:pPr algn="r"/>
            <a:r>
              <a:rPr lang="en-US" sz="3400">
                <a:solidFill>
                  <a:srgbClr val="FFFFFF"/>
                </a:solidFill>
              </a:rPr>
              <a:t>OBSERVATIONS</a:t>
            </a:r>
          </a:p>
        </p:txBody>
      </p:sp>
      <p:graphicFrame>
        <p:nvGraphicFramePr>
          <p:cNvPr id="7" name="Rectangle 1">
            <a:extLst>
              <a:ext uri="{FF2B5EF4-FFF2-40B4-BE49-F238E27FC236}">
                <a16:creationId xmlns:a16="http://schemas.microsoft.com/office/drawing/2014/main" id="{D895AC81-0C0C-BD85-B1BB-C9F0316F92A7}"/>
              </a:ext>
            </a:extLst>
          </p:cNvPr>
          <p:cNvGraphicFramePr>
            <a:graphicFrameLocks noGrp="1"/>
          </p:cNvGraphicFramePr>
          <p:nvPr>
            <p:ph idx="1"/>
            <p:extLst>
              <p:ext uri="{D42A27DB-BD31-4B8C-83A1-F6EECF244321}">
                <p14:modId xmlns:p14="http://schemas.microsoft.com/office/powerpoint/2010/main" val="157707435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454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5B092E-0704-CA63-000F-8407754AB063}"/>
              </a:ext>
            </a:extLst>
          </p:cNvPr>
          <p:cNvSpPr>
            <a:spLocks noGrp="1"/>
          </p:cNvSpPr>
          <p:nvPr>
            <p:ph type="title"/>
          </p:nvPr>
        </p:nvSpPr>
        <p:spPr>
          <a:xfrm>
            <a:off x="630936" y="639520"/>
            <a:ext cx="3429000" cy="1719072"/>
          </a:xfrm>
        </p:spPr>
        <p:txBody>
          <a:bodyPr anchor="b">
            <a:normAutofit/>
          </a:bodyPr>
          <a:lstStyle/>
          <a:p>
            <a:r>
              <a:rPr lang="en-US" sz="4200"/>
              <a:t>CONCLUSION</a:t>
            </a:r>
          </a:p>
        </p:txBody>
      </p:sp>
      <p:sp>
        <p:nvSpPr>
          <p:cNvPr id="26"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146C16E9-2A74-C2E2-40F6-014477EAA0A0}"/>
              </a:ext>
            </a:extLst>
          </p:cNvPr>
          <p:cNvSpPr>
            <a:spLocks noGrp="1"/>
          </p:cNvSpPr>
          <p:nvPr>
            <p:ph idx="1"/>
          </p:nvPr>
        </p:nvSpPr>
        <p:spPr>
          <a:xfrm>
            <a:off x="630936" y="2807208"/>
            <a:ext cx="3429000" cy="3410712"/>
          </a:xfrm>
        </p:spPr>
        <p:txBody>
          <a:bodyPr anchor="t">
            <a:normAutofit/>
          </a:bodyPr>
          <a:lstStyle/>
          <a:p>
            <a:pPr>
              <a:buNone/>
            </a:pPr>
            <a:r>
              <a:rPr lang="en-US" sz="1200" b="1"/>
              <a:t>✅ Best Classical Model:</a:t>
            </a:r>
          </a:p>
          <a:p>
            <a:pPr>
              <a:buFont typeface="Arial" panose="020B0604020202020204" pitchFamily="34" charset="0"/>
              <a:buChar char="•"/>
            </a:pPr>
            <a:r>
              <a:rPr lang="en-US" sz="1200" b="1"/>
              <a:t>LinearSVC</a:t>
            </a:r>
            <a:r>
              <a:rPr lang="en-US" sz="1200"/>
              <a:t> was fast, stable, and consistently accurate across folds.</a:t>
            </a:r>
          </a:p>
          <a:p>
            <a:pPr>
              <a:buNone/>
            </a:pPr>
            <a:r>
              <a:rPr lang="en-US" sz="1200" b="1"/>
              <a:t>🤖 Deep Learning Insights:</a:t>
            </a:r>
          </a:p>
          <a:p>
            <a:pPr>
              <a:buFont typeface="Arial" panose="020B0604020202020204" pitchFamily="34" charset="0"/>
              <a:buChar char="•"/>
            </a:pPr>
            <a:r>
              <a:rPr lang="en-US" sz="1200" b="1"/>
              <a:t>Pretrained BERT</a:t>
            </a:r>
            <a:r>
              <a:rPr lang="en-US" sz="1200"/>
              <a:t> underperformed without fine-tuning.</a:t>
            </a:r>
          </a:p>
          <a:p>
            <a:pPr>
              <a:buFont typeface="Arial" panose="020B0604020202020204" pitchFamily="34" charset="0"/>
              <a:buChar char="•"/>
            </a:pPr>
            <a:r>
              <a:rPr lang="en-US" sz="1200" b="1"/>
              <a:t>Fine-tuned BERT</a:t>
            </a:r>
            <a:r>
              <a:rPr lang="en-US" sz="1200"/>
              <a:t> was powerful but resource-heavy.</a:t>
            </a:r>
          </a:p>
          <a:p>
            <a:pPr>
              <a:buFont typeface="Arial" panose="020B0604020202020204" pitchFamily="34" charset="0"/>
              <a:buChar char="•"/>
            </a:pPr>
            <a:r>
              <a:rPr lang="en-US" sz="1200" b="1"/>
              <a:t>LSTM</a:t>
            </a:r>
            <a:r>
              <a:rPr lang="en-US" sz="1200"/>
              <a:t> underfit due to limited training data.</a:t>
            </a:r>
          </a:p>
          <a:p>
            <a:pPr>
              <a:buNone/>
            </a:pPr>
            <a:r>
              <a:rPr lang="en-US" sz="1200" b="1"/>
              <a:t>🔭 Future Directions:</a:t>
            </a:r>
          </a:p>
          <a:p>
            <a:pPr>
              <a:buFont typeface="Arial" panose="020B0604020202020204" pitchFamily="34" charset="0"/>
              <a:buChar char="•"/>
            </a:pPr>
            <a:r>
              <a:rPr lang="en-US" sz="1200"/>
              <a:t>Try </a:t>
            </a:r>
            <a:r>
              <a:rPr lang="en-US" sz="1200" b="1"/>
              <a:t>RoBERTa</a:t>
            </a:r>
            <a:r>
              <a:rPr lang="en-US" sz="1200"/>
              <a:t> or </a:t>
            </a:r>
            <a:r>
              <a:rPr lang="en-US" sz="1200" b="1"/>
              <a:t>DistilBERT</a:t>
            </a:r>
            <a:r>
              <a:rPr lang="en-US" sz="1200"/>
              <a:t> for efficiency.</a:t>
            </a:r>
          </a:p>
          <a:p>
            <a:pPr>
              <a:buFont typeface="Arial" panose="020B0604020202020204" pitchFamily="34" charset="0"/>
              <a:buChar char="•"/>
            </a:pPr>
            <a:r>
              <a:rPr lang="en-US" sz="1200"/>
              <a:t>Increase </a:t>
            </a:r>
            <a:r>
              <a:rPr lang="en-US" sz="1200" b="1"/>
              <a:t>training size</a:t>
            </a:r>
            <a:r>
              <a:rPr lang="en-US" sz="1200"/>
              <a:t> and epochs for LSTM.</a:t>
            </a:r>
          </a:p>
          <a:p>
            <a:pPr>
              <a:buFont typeface="Arial" panose="020B0604020202020204" pitchFamily="34" charset="0"/>
              <a:buChar char="•"/>
            </a:pPr>
            <a:r>
              <a:rPr lang="en-US" sz="1200"/>
              <a:t>Explore </a:t>
            </a:r>
            <a:r>
              <a:rPr lang="en-US" sz="1200" b="1"/>
              <a:t>prompt engineering</a:t>
            </a:r>
            <a:r>
              <a:rPr lang="en-US" sz="1200"/>
              <a:t> or </a:t>
            </a:r>
            <a:r>
              <a:rPr lang="en-US" sz="1200" b="1"/>
              <a:t>LoRA tuning</a:t>
            </a:r>
            <a:r>
              <a:rPr lang="en-US" sz="1200"/>
              <a:t>.</a:t>
            </a:r>
          </a:p>
        </p:txBody>
      </p:sp>
      <p:pic>
        <p:nvPicPr>
          <p:cNvPr id="27" name="Graphic 26" descr="Robot">
            <a:extLst>
              <a:ext uri="{FF2B5EF4-FFF2-40B4-BE49-F238E27FC236}">
                <a16:creationId xmlns:a16="http://schemas.microsoft.com/office/drawing/2014/main" id="{9673739C-1DEF-1311-2EFF-619E810B42F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317236" y="640080"/>
            <a:ext cx="5577840" cy="5577840"/>
          </a:xfrm>
          <a:prstGeom prst="rect">
            <a:avLst/>
          </a:prstGeom>
        </p:spPr>
      </p:pic>
    </p:spTree>
    <p:extLst>
      <p:ext uri="{BB962C8B-B14F-4D97-AF65-F5344CB8AC3E}">
        <p14:creationId xmlns:p14="http://schemas.microsoft.com/office/powerpoint/2010/main" val="37754553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731A9-7D94-F6E9-7E18-BC0689DEF0D5}"/>
              </a:ext>
            </a:extLst>
          </p:cNvPr>
          <p:cNvSpPr>
            <a:spLocks noGrp="1"/>
          </p:cNvSpPr>
          <p:nvPr>
            <p:ph type="title"/>
          </p:nvPr>
        </p:nvSpPr>
        <p:spPr/>
        <p:txBody>
          <a:bodyPr/>
          <a:lstStyle/>
          <a:p>
            <a:r>
              <a:rPr lang="en-US" dirty="0"/>
              <a:t>SOURCES</a:t>
            </a:r>
          </a:p>
        </p:txBody>
      </p:sp>
      <p:graphicFrame>
        <p:nvGraphicFramePr>
          <p:cNvPr id="5" name="Content Placeholder 2">
            <a:extLst>
              <a:ext uri="{FF2B5EF4-FFF2-40B4-BE49-F238E27FC236}">
                <a16:creationId xmlns:a16="http://schemas.microsoft.com/office/drawing/2014/main" id="{EEEDF48F-6792-9B70-0040-143AEF1C111B}"/>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389991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Question mark against red wall">
            <a:extLst>
              <a:ext uri="{FF2B5EF4-FFF2-40B4-BE49-F238E27FC236}">
                <a16:creationId xmlns:a16="http://schemas.microsoft.com/office/drawing/2014/main" id="{9B2A5B57-62B1-35F5-45FC-3A848D8D56DA}"/>
              </a:ext>
            </a:extLst>
          </p:cNvPr>
          <p:cNvPicPr>
            <a:picLocks noChangeAspect="1"/>
          </p:cNvPicPr>
          <p:nvPr/>
        </p:nvPicPr>
        <p:blipFill>
          <a:blip r:embed="rId2"/>
          <a:srcRect l="23528" r="1" b="1"/>
          <a:stretch>
            <a:fillRect/>
          </a:stretch>
        </p:blipFill>
        <p:spPr>
          <a:xfrm>
            <a:off x="3523488" y="10"/>
            <a:ext cx="8668512" cy="6857990"/>
          </a:xfrm>
          <a:prstGeom prst="rect">
            <a:avLst/>
          </a:prstGeom>
        </p:spPr>
      </p:pic>
      <p:sp>
        <p:nvSpPr>
          <p:cNvPr id="10" name="Rectangle 9">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3AAC97A-A34D-7853-9104-F59ED4F88F31}"/>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solidFill>
                  <a:schemeClr val="bg1"/>
                </a:solidFill>
              </a:rPr>
              <a:t>Q&amp;A</a:t>
            </a:r>
          </a:p>
        </p:txBody>
      </p:sp>
      <p:sp>
        <p:nvSpPr>
          <p:cNvPr id="12" name="Rectangle 1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 name="Rectangle 1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98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TotalTime>
  <Words>998</Words>
  <Application>Microsoft Office PowerPoint</Application>
  <PresentationFormat>Widescreen</PresentationFormat>
  <Paragraphs>133</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Aptos</vt:lpstr>
      <vt:lpstr>Aptos Display</vt:lpstr>
      <vt:lpstr>Arial</vt:lpstr>
      <vt:lpstr>Calibri</vt:lpstr>
      <vt:lpstr>Times New Roman</vt:lpstr>
      <vt:lpstr>Office Theme</vt:lpstr>
      <vt:lpstr>Evaluating Sentiment Classification Techniques on Social and Movie Review Data</vt:lpstr>
      <vt:lpstr>INTRODUCTION</vt:lpstr>
      <vt:lpstr>DATASET &amp; PROCESSING</vt:lpstr>
      <vt:lpstr>Model 1 – Logistic Regression </vt:lpstr>
      <vt:lpstr>Model 2 – LinearSVC</vt:lpstr>
      <vt:lpstr>Model 3 – BERT (Pretrained)</vt:lpstr>
      <vt:lpstr>Model 4 – BERT (Fine-tuned)</vt:lpstr>
      <vt:lpstr>Model 5 – LSTM (From Scratch)</vt:lpstr>
      <vt:lpstr>MODEL COMPARISON</vt:lpstr>
      <vt:lpstr>RESULTS / PAIRED t-TEST</vt:lpstr>
      <vt:lpstr>OBSERVATIONS</vt:lpstr>
      <vt:lpstr>CONCLUSION</vt:lpstr>
      <vt:lpstr>SOURCES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Deekshitha Chowdary Kalluri</dc:creator>
  <cp:lastModifiedBy>Deekshitha Chowdary Kalluri</cp:lastModifiedBy>
  <cp:revision>10</cp:revision>
  <dcterms:created xsi:type="dcterms:W3CDTF">2025-05-14T18:14:32Z</dcterms:created>
  <dcterms:modified xsi:type="dcterms:W3CDTF">2025-05-18T19:18:58Z</dcterms:modified>
</cp:coreProperties>
</file>